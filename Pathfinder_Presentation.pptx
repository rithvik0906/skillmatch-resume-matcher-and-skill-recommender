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3C03F5-2683-4A5F-8A34-CBFD62AA4020}" v="5" dt="2025-12-15T15:11:05.5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66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thvik Goud Mushkam" userId="cf6f2cd1d37e7575" providerId="LiveId" clId="{5D4E4D88-3F70-44ED-9AD7-40354431CA08}"/>
    <pc:docChg chg="custSel modSld">
      <pc:chgData name="Rithvik Goud Mushkam" userId="cf6f2cd1d37e7575" providerId="LiveId" clId="{5D4E4D88-3F70-44ED-9AD7-40354431CA08}" dt="2025-12-15T15:30:34.461" v="207" actId="1076"/>
      <pc:docMkLst>
        <pc:docMk/>
      </pc:docMkLst>
      <pc:sldChg chg="addSp modSp mod">
        <pc:chgData name="Rithvik Goud Mushkam" userId="cf6f2cd1d37e7575" providerId="LiveId" clId="{5D4E4D88-3F70-44ED-9AD7-40354431CA08}" dt="2025-12-15T15:30:34.461" v="207" actId="1076"/>
        <pc:sldMkLst>
          <pc:docMk/>
          <pc:sldMk cId="0" sldId="256"/>
        </pc:sldMkLst>
        <pc:spChg chg="mod">
          <ac:chgData name="Rithvik Goud Mushkam" userId="cf6f2cd1d37e7575" providerId="LiveId" clId="{5D4E4D88-3F70-44ED-9AD7-40354431CA08}" dt="2025-12-04T12:55:39.163" v="73" actId="14100"/>
          <ac:spMkLst>
            <pc:docMk/>
            <pc:sldMk cId="0" sldId="256"/>
            <ac:spMk id="2" creationId="{00000000-0000-0000-0000-000000000000}"/>
          </ac:spMkLst>
        </pc:spChg>
        <pc:spChg chg="add mod">
          <ac:chgData name="Rithvik Goud Mushkam" userId="cf6f2cd1d37e7575" providerId="LiveId" clId="{5D4E4D88-3F70-44ED-9AD7-40354431CA08}" dt="2025-12-15T15:30:34.461" v="207" actId="1076"/>
          <ac:spMkLst>
            <pc:docMk/>
            <pc:sldMk cId="0" sldId="256"/>
            <ac:spMk id="3" creationId="{CE762FCA-CB65-E529-0CB3-46DABF01470C}"/>
          </ac:spMkLst>
        </pc:spChg>
        <pc:spChg chg="add mod">
          <ac:chgData name="Rithvik Goud Mushkam" userId="cf6f2cd1d37e7575" providerId="LiveId" clId="{5D4E4D88-3F70-44ED-9AD7-40354431CA08}" dt="2025-12-15T15:30:27.641" v="206" actId="1076"/>
          <ac:spMkLst>
            <pc:docMk/>
            <pc:sldMk cId="0" sldId="256"/>
            <ac:spMk id="4" creationId="{DA3861D2-8230-4E64-F8C8-130575EFC864}"/>
          </ac:spMkLst>
        </pc:spChg>
      </pc:sldChg>
    </pc:docChg>
  </pc:docChgLst>
  <pc:docChgLst>
    <pc:chgData name="b sahithya" userId="6f649b089871118e" providerId="LiveId" clId="{B59DBA64-B59A-47B7-A0BB-1653F786E077}"/>
    <pc:docChg chg="undo custSel modSld">
      <pc:chgData name="b sahithya" userId="6f649b089871118e" providerId="LiveId" clId="{B59DBA64-B59A-47B7-A0BB-1653F786E077}" dt="2025-11-30T12:12:51.630" v="220" actId="2711"/>
      <pc:docMkLst>
        <pc:docMk/>
      </pc:docMkLst>
      <pc:sldChg chg="addSp delSp modSp mod setBg addAnim delAnim">
        <pc:chgData name="b sahithya" userId="6f649b089871118e" providerId="LiveId" clId="{B59DBA64-B59A-47B7-A0BB-1653F786E077}" dt="2025-11-30T12:02:31.929" v="69" actId="478"/>
        <pc:sldMkLst>
          <pc:docMk/>
          <pc:sldMk cId="0" sldId="256"/>
        </pc:sldMkLst>
        <pc:spChg chg="mod">
          <ac:chgData name="b sahithya" userId="6f649b089871118e" providerId="LiveId" clId="{B59DBA64-B59A-47B7-A0BB-1653F786E077}" dt="2025-11-30T12:02:25.462" v="68" actId="26606"/>
          <ac:spMkLst>
            <pc:docMk/>
            <pc:sldMk cId="0" sldId="256"/>
            <ac:spMk id="2" creationId="{00000000-0000-0000-0000-000000000000}"/>
          </ac:spMkLst>
        </pc:spChg>
        <pc:spChg chg="add">
          <ac:chgData name="b sahithya" userId="6f649b089871118e" providerId="LiveId" clId="{B59DBA64-B59A-47B7-A0BB-1653F786E077}" dt="2025-11-30T12:02:25.462" v="68" actId="26606"/>
          <ac:spMkLst>
            <pc:docMk/>
            <pc:sldMk cId="0" sldId="256"/>
            <ac:spMk id="45" creationId="{8870DEF6-46A2-D4F8-8BE6-91165D93ECC4}"/>
          </ac:spMkLst>
        </pc:spChg>
        <pc:picChg chg="add">
          <ac:chgData name="b sahithya" userId="6f649b089871118e" providerId="LiveId" clId="{B59DBA64-B59A-47B7-A0BB-1653F786E077}" dt="2025-11-30T12:02:25.462" v="68" actId="26606"/>
          <ac:picMkLst>
            <pc:docMk/>
            <pc:sldMk cId="0" sldId="256"/>
            <ac:picMk id="41" creationId="{5E3BEF0F-177B-9D46-F582-876791F7C9D6}"/>
          </ac:picMkLst>
        </pc:picChg>
      </pc:sldChg>
      <pc:sldChg chg="addSp delSp modSp mod setBg">
        <pc:chgData name="b sahithya" userId="6f649b089871118e" providerId="LiveId" clId="{B59DBA64-B59A-47B7-A0BB-1653F786E077}" dt="2025-11-30T12:04:48.764" v="113" actId="20577"/>
        <pc:sldMkLst>
          <pc:docMk/>
          <pc:sldMk cId="0" sldId="257"/>
        </pc:sldMkLst>
        <pc:spChg chg="mod">
          <ac:chgData name="b sahithya" userId="6f649b089871118e" providerId="LiveId" clId="{B59DBA64-B59A-47B7-A0BB-1653F786E077}" dt="2025-11-30T12:04:13.312" v="109" actId="2711"/>
          <ac:spMkLst>
            <pc:docMk/>
            <pc:sldMk cId="0" sldId="257"/>
            <ac:spMk id="2" creationId="{00000000-0000-0000-0000-000000000000}"/>
          </ac:spMkLst>
        </pc:spChg>
        <pc:spChg chg="add">
          <ac:chgData name="b sahithya" userId="6f649b089871118e" providerId="LiveId" clId="{B59DBA64-B59A-47B7-A0BB-1653F786E077}" dt="2025-11-30T12:03:25.385" v="80" actId="26606"/>
          <ac:spMkLst>
            <pc:docMk/>
            <pc:sldMk cId="0" sldId="257"/>
            <ac:spMk id="14" creationId="{CABBD4C1-E6F8-46F6-8152-A8A97490BF4D}"/>
          </ac:spMkLst>
        </pc:spChg>
        <pc:spChg chg="add">
          <ac:chgData name="b sahithya" userId="6f649b089871118e" providerId="LiveId" clId="{B59DBA64-B59A-47B7-A0BB-1653F786E077}" dt="2025-11-30T12:03:25.385" v="80" actId="26606"/>
          <ac:spMkLst>
            <pc:docMk/>
            <pc:sldMk cId="0" sldId="257"/>
            <ac:spMk id="20" creationId="{88853921-7BC9-4BDE-ACAB-133C683C82D6}"/>
          </ac:spMkLst>
        </pc:spChg>
        <pc:spChg chg="add">
          <ac:chgData name="b sahithya" userId="6f649b089871118e" providerId="LiveId" clId="{B59DBA64-B59A-47B7-A0BB-1653F786E077}" dt="2025-11-30T12:03:25.385" v="80" actId="26606"/>
          <ac:spMkLst>
            <pc:docMk/>
            <pc:sldMk cId="0" sldId="257"/>
            <ac:spMk id="22" creationId="{09192968-3AE7-4470-A61C-97294BB92731}"/>
          </ac:spMkLst>
        </pc:spChg>
        <pc:spChg chg="add">
          <ac:chgData name="b sahithya" userId="6f649b089871118e" providerId="LiveId" clId="{B59DBA64-B59A-47B7-A0BB-1653F786E077}" dt="2025-11-30T12:03:25.385" v="80" actId="26606"/>
          <ac:spMkLst>
            <pc:docMk/>
            <pc:sldMk cId="0" sldId="257"/>
            <ac:spMk id="24" creationId="{3AB72E55-43E4-4356-BFE8-E2102CB0B505}"/>
          </ac:spMkLst>
        </pc:spChg>
        <pc:spChg chg="add">
          <ac:chgData name="b sahithya" userId="6f649b089871118e" providerId="LiveId" clId="{B59DBA64-B59A-47B7-A0BB-1653F786E077}" dt="2025-11-30T12:03:25.385" v="80" actId="26606"/>
          <ac:spMkLst>
            <pc:docMk/>
            <pc:sldMk cId="0" sldId="257"/>
            <ac:spMk id="37" creationId="{F837543A-6020-4505-A233-C9DB4BF74011}"/>
          </ac:spMkLst>
        </pc:spChg>
        <pc:spChg chg="add mod">
          <ac:chgData name="b sahithya" userId="6f649b089871118e" providerId="LiveId" clId="{B59DBA64-B59A-47B7-A0BB-1653F786E077}" dt="2025-11-30T12:04:48.764" v="113" actId="20577"/>
          <ac:spMkLst>
            <pc:docMk/>
            <pc:sldMk cId="0" sldId="257"/>
            <ac:spMk id="39" creationId="{00000000-0000-0000-0000-000000000000}"/>
          </ac:spMkLst>
        </pc:spChg>
        <pc:spChg chg="add">
          <ac:chgData name="b sahithya" userId="6f649b089871118e" providerId="LiveId" clId="{B59DBA64-B59A-47B7-A0BB-1653F786E077}" dt="2025-11-30T12:03:25.385" v="80" actId="26606"/>
          <ac:spMkLst>
            <pc:docMk/>
            <pc:sldMk cId="0" sldId="257"/>
            <ac:spMk id="40" creationId="{C3C0D90E-074A-4F52-9B11-B52BEF4BCBE5}"/>
          </ac:spMkLst>
        </pc:spChg>
        <pc:spChg chg="add">
          <ac:chgData name="b sahithya" userId="6f649b089871118e" providerId="LiveId" clId="{B59DBA64-B59A-47B7-A0BB-1653F786E077}" dt="2025-11-30T12:03:25.385" v="80" actId="26606"/>
          <ac:spMkLst>
            <pc:docMk/>
            <pc:sldMk cId="0" sldId="257"/>
            <ac:spMk id="41" creationId="{83BA5EF5-1FE9-4BF9-83BB-269BCDDF6156}"/>
          </ac:spMkLst>
        </pc:spChg>
      </pc:sldChg>
      <pc:sldChg chg="addSp delSp modSp mod setBg">
        <pc:chgData name="b sahithya" userId="6f649b089871118e" providerId="LiveId" clId="{B59DBA64-B59A-47B7-A0BB-1653F786E077}" dt="2025-11-30T12:09:54.327" v="185" actId="2711"/>
        <pc:sldMkLst>
          <pc:docMk/>
          <pc:sldMk cId="0" sldId="258"/>
        </pc:sldMkLst>
        <pc:spChg chg="mod">
          <ac:chgData name="b sahithya" userId="6f649b089871118e" providerId="LiveId" clId="{B59DBA64-B59A-47B7-A0BB-1653F786E077}" dt="2025-11-30T12:09:54.327" v="185" actId="2711"/>
          <ac:spMkLst>
            <pc:docMk/>
            <pc:sldMk cId="0" sldId="258"/>
            <ac:spMk id="2" creationId="{00000000-0000-0000-0000-000000000000}"/>
          </ac:spMkLst>
        </pc:spChg>
        <pc:spChg chg="add">
          <ac:chgData name="b sahithya" userId="6f649b089871118e" providerId="LiveId" clId="{B59DBA64-B59A-47B7-A0BB-1653F786E077}" dt="2025-11-30T12:05:05.672" v="116" actId="26606"/>
          <ac:spMkLst>
            <pc:docMk/>
            <pc:sldMk cId="0" sldId="258"/>
            <ac:spMk id="13" creationId="{AAD0DBB9-1A4B-4391-81D4-CB19F9AB918A}"/>
          </ac:spMkLst>
        </pc:spChg>
        <pc:spChg chg="add">
          <ac:chgData name="b sahithya" userId="6f649b089871118e" providerId="LiveId" clId="{B59DBA64-B59A-47B7-A0BB-1653F786E077}" dt="2025-11-30T12:05:05.672" v="116" actId="26606"/>
          <ac:spMkLst>
            <pc:docMk/>
            <pc:sldMk cId="0" sldId="258"/>
            <ac:spMk id="14" creationId="{BACC6370-2D7E-4714-9D71-7542949D7D5D}"/>
          </ac:spMkLst>
        </pc:spChg>
        <pc:spChg chg="add">
          <ac:chgData name="b sahithya" userId="6f649b089871118e" providerId="LiveId" clId="{B59DBA64-B59A-47B7-A0BB-1653F786E077}" dt="2025-11-30T12:05:05.672" v="116" actId="26606"/>
          <ac:spMkLst>
            <pc:docMk/>
            <pc:sldMk cId="0" sldId="258"/>
            <ac:spMk id="15" creationId="{063BBA22-50EA-4C4D-BE05-F1CE4E63AA56}"/>
          </ac:spMkLst>
        </pc:spChg>
        <pc:spChg chg="add">
          <ac:chgData name="b sahithya" userId="6f649b089871118e" providerId="LiveId" clId="{B59DBA64-B59A-47B7-A0BB-1653F786E077}" dt="2025-11-30T12:05:05.672" v="116" actId="26606"/>
          <ac:spMkLst>
            <pc:docMk/>
            <pc:sldMk cId="0" sldId="258"/>
            <ac:spMk id="16" creationId="{F68B3F68-107C-434F-AA38-110D5EA91B85}"/>
          </ac:spMkLst>
        </pc:spChg>
        <pc:graphicFrameChg chg="add modGraphic">
          <ac:chgData name="b sahithya" userId="6f649b089871118e" providerId="LiveId" clId="{B59DBA64-B59A-47B7-A0BB-1653F786E077}" dt="2025-11-30T12:07:34.631" v="157" actId="20577"/>
          <ac:graphicFrameMkLst>
            <pc:docMk/>
            <pc:sldMk cId="0" sldId="258"/>
            <ac:graphicFrameMk id="17" creationId="{1AA1943B-8A99-05AD-1429-A912E13DBEE7}"/>
          </ac:graphicFrameMkLst>
        </pc:graphicFrameChg>
      </pc:sldChg>
      <pc:sldChg chg="addSp delSp modSp mod setBg">
        <pc:chgData name="b sahithya" userId="6f649b089871118e" providerId="LiveId" clId="{B59DBA64-B59A-47B7-A0BB-1653F786E077}" dt="2025-11-30T12:10:02.916" v="186" actId="2711"/>
        <pc:sldMkLst>
          <pc:docMk/>
          <pc:sldMk cId="0" sldId="259"/>
        </pc:sldMkLst>
        <pc:spChg chg="mod">
          <ac:chgData name="b sahithya" userId="6f649b089871118e" providerId="LiveId" clId="{B59DBA64-B59A-47B7-A0BB-1653F786E077}" dt="2025-11-30T12:10:02.916" v="186" actId="2711"/>
          <ac:spMkLst>
            <pc:docMk/>
            <pc:sldMk cId="0" sldId="259"/>
            <ac:spMk id="2" creationId="{00000000-0000-0000-0000-000000000000}"/>
          </ac:spMkLst>
        </pc:spChg>
        <pc:spChg chg="add">
          <ac:chgData name="b sahithya" userId="6f649b089871118e" providerId="LiveId" clId="{B59DBA64-B59A-47B7-A0BB-1653F786E077}" dt="2025-11-30T12:05:28.459" v="121" actId="26606"/>
          <ac:spMkLst>
            <pc:docMk/>
            <pc:sldMk cId="0" sldId="259"/>
            <ac:spMk id="23" creationId="{7517A47C-B2E5-4B79-8061-D74B1311AF6E}"/>
          </ac:spMkLst>
        </pc:spChg>
        <pc:spChg chg="add">
          <ac:chgData name="b sahithya" userId="6f649b089871118e" providerId="LiveId" clId="{B59DBA64-B59A-47B7-A0BB-1653F786E077}" dt="2025-11-30T12:05:28.459" v="121" actId="26606"/>
          <ac:spMkLst>
            <pc:docMk/>
            <pc:sldMk cId="0" sldId="259"/>
            <ac:spMk id="24" creationId="{C505E780-2083-4CB5-A42A-5E0E2908ECC3}"/>
          </ac:spMkLst>
        </pc:spChg>
        <pc:spChg chg="add">
          <ac:chgData name="b sahithya" userId="6f649b089871118e" providerId="LiveId" clId="{B59DBA64-B59A-47B7-A0BB-1653F786E077}" dt="2025-11-30T12:05:28.459" v="121" actId="26606"/>
          <ac:spMkLst>
            <pc:docMk/>
            <pc:sldMk cId="0" sldId="259"/>
            <ac:spMk id="25" creationId="{D2C0AE1C-0118-41AE-8A10-7CDCBF10E96F}"/>
          </ac:spMkLst>
        </pc:spChg>
        <pc:spChg chg="add">
          <ac:chgData name="b sahithya" userId="6f649b089871118e" providerId="LiveId" clId="{B59DBA64-B59A-47B7-A0BB-1653F786E077}" dt="2025-11-30T12:05:28.459" v="121" actId="26606"/>
          <ac:spMkLst>
            <pc:docMk/>
            <pc:sldMk cId="0" sldId="259"/>
            <ac:spMk id="26" creationId="{463EEC44-1BA3-44ED-81FC-A644B04B2A44}"/>
          </ac:spMkLst>
        </pc:spChg>
        <pc:graphicFrameChg chg="add mod modGraphic">
          <ac:chgData name="b sahithya" userId="6f649b089871118e" providerId="LiveId" clId="{B59DBA64-B59A-47B7-A0BB-1653F786E077}" dt="2025-11-30T12:06:13.044" v="133" actId="2711"/>
          <ac:graphicFrameMkLst>
            <pc:docMk/>
            <pc:sldMk cId="0" sldId="259"/>
            <ac:graphicFrameMk id="27" creationId="{0F7897CF-ACD3-C4F5-8BBB-9AF2B73814D1}"/>
          </ac:graphicFrameMkLst>
        </pc:graphicFrameChg>
      </pc:sldChg>
      <pc:sldChg chg="addSp delSp modSp mod setBg">
        <pc:chgData name="b sahithya" userId="6f649b089871118e" providerId="LiveId" clId="{B59DBA64-B59A-47B7-A0BB-1653F786E077}" dt="2025-11-30T12:10:12.351" v="187" actId="2711"/>
        <pc:sldMkLst>
          <pc:docMk/>
          <pc:sldMk cId="0" sldId="260"/>
        </pc:sldMkLst>
        <pc:spChg chg="mod">
          <ac:chgData name="b sahithya" userId="6f649b089871118e" providerId="LiveId" clId="{B59DBA64-B59A-47B7-A0BB-1653F786E077}" dt="2025-11-30T12:10:12.351" v="187" actId="2711"/>
          <ac:spMkLst>
            <pc:docMk/>
            <pc:sldMk cId="0" sldId="260"/>
            <ac:spMk id="2" creationId="{00000000-0000-0000-0000-000000000000}"/>
          </ac:spMkLst>
        </pc:spChg>
        <pc:spChg chg="add">
          <ac:chgData name="b sahithya" userId="6f649b089871118e" providerId="LiveId" clId="{B59DBA64-B59A-47B7-A0BB-1653F786E077}" dt="2025-11-30T12:08:48.922" v="175" actId="26606"/>
          <ac:spMkLst>
            <pc:docMk/>
            <pc:sldMk cId="0" sldId="260"/>
            <ac:spMk id="38" creationId="{6C4028FD-8BAA-4A19-BFDE-594D991B7552}"/>
          </ac:spMkLst>
        </pc:spChg>
        <pc:graphicFrameChg chg="add mod modGraphic">
          <ac:chgData name="b sahithya" userId="6f649b089871118e" providerId="LiveId" clId="{B59DBA64-B59A-47B7-A0BB-1653F786E077}" dt="2025-11-30T12:08:48.922" v="175" actId="26606"/>
          <ac:graphicFrameMkLst>
            <pc:docMk/>
            <pc:sldMk cId="0" sldId="260"/>
            <ac:graphicFrameMk id="5" creationId="{B9C7EE1D-BAFC-6A91-D77A-4930A51F04E0}"/>
          </ac:graphicFrameMkLst>
        </pc:graphicFrameChg>
      </pc:sldChg>
      <pc:sldChg chg="addSp delSp modSp mod setBg">
        <pc:chgData name="b sahithya" userId="6f649b089871118e" providerId="LiveId" clId="{B59DBA64-B59A-47B7-A0BB-1653F786E077}" dt="2025-11-30T12:10:22.654" v="188" actId="2711"/>
        <pc:sldMkLst>
          <pc:docMk/>
          <pc:sldMk cId="0" sldId="261"/>
        </pc:sldMkLst>
        <pc:spChg chg="mod">
          <ac:chgData name="b sahithya" userId="6f649b089871118e" providerId="LiveId" clId="{B59DBA64-B59A-47B7-A0BB-1653F786E077}" dt="2025-11-30T12:10:22.654" v="188" actId="2711"/>
          <ac:spMkLst>
            <pc:docMk/>
            <pc:sldMk cId="0" sldId="261"/>
            <ac:spMk id="2" creationId="{00000000-0000-0000-0000-000000000000}"/>
          </ac:spMkLst>
        </pc:spChg>
        <pc:graphicFrameChg chg="add">
          <ac:chgData name="b sahithya" userId="6f649b089871118e" providerId="LiveId" clId="{B59DBA64-B59A-47B7-A0BB-1653F786E077}" dt="2025-11-30T12:08:25.542" v="170" actId="26606"/>
          <ac:graphicFrameMkLst>
            <pc:docMk/>
            <pc:sldMk cId="0" sldId="261"/>
            <ac:graphicFrameMk id="23" creationId="{7373D2DC-BFA4-DE3C-25A4-F000A8E55172}"/>
          </ac:graphicFrameMkLst>
        </pc:graphicFrameChg>
      </pc:sldChg>
      <pc:sldChg chg="addSp modSp mod setBg">
        <pc:chgData name="b sahithya" userId="6f649b089871118e" providerId="LiveId" clId="{B59DBA64-B59A-47B7-A0BB-1653F786E077}" dt="2025-11-30T12:11:10.668" v="198" actId="255"/>
        <pc:sldMkLst>
          <pc:docMk/>
          <pc:sldMk cId="0" sldId="262"/>
        </pc:sldMkLst>
        <pc:spChg chg="mod">
          <ac:chgData name="b sahithya" userId="6f649b089871118e" providerId="LiveId" clId="{B59DBA64-B59A-47B7-A0BB-1653F786E077}" dt="2025-11-30T12:11:10.668" v="198" actId="255"/>
          <ac:spMkLst>
            <pc:docMk/>
            <pc:sldMk cId="0" sldId="262"/>
            <ac:spMk id="2" creationId="{00000000-0000-0000-0000-000000000000}"/>
          </ac:spMkLst>
        </pc:spChg>
        <pc:spChg chg="mod">
          <ac:chgData name="b sahithya" userId="6f649b089871118e" providerId="LiveId" clId="{B59DBA64-B59A-47B7-A0BB-1653F786E077}" dt="2025-11-30T12:09:35.004" v="184" actId="26606"/>
          <ac:spMkLst>
            <pc:docMk/>
            <pc:sldMk cId="0" sldId="262"/>
            <ac:spMk id="3" creationId="{00000000-0000-0000-0000-000000000000}"/>
          </ac:spMkLst>
        </pc:spChg>
        <pc:spChg chg="add">
          <ac:chgData name="b sahithya" userId="6f649b089871118e" providerId="LiveId" clId="{B59DBA64-B59A-47B7-A0BB-1653F786E077}" dt="2025-11-30T12:09:35.004" v="184" actId="26606"/>
          <ac:spMkLst>
            <pc:docMk/>
            <pc:sldMk cId="0" sldId="262"/>
            <ac:spMk id="8" creationId="{3AD318CC-E2A8-4E27-9548-A047A78999B1}"/>
          </ac:spMkLst>
        </pc:spChg>
        <pc:spChg chg="add">
          <ac:chgData name="b sahithya" userId="6f649b089871118e" providerId="LiveId" clId="{B59DBA64-B59A-47B7-A0BB-1653F786E077}" dt="2025-11-30T12:09:35.004" v="184" actId="26606"/>
          <ac:spMkLst>
            <pc:docMk/>
            <pc:sldMk cId="0" sldId="262"/>
            <ac:spMk id="14" creationId="{2C1BBA94-3F40-40AA-8BB9-E69E25E537C1}"/>
          </ac:spMkLst>
        </pc:spChg>
        <pc:grpChg chg="add">
          <ac:chgData name="b sahithya" userId="6f649b089871118e" providerId="LiveId" clId="{B59DBA64-B59A-47B7-A0BB-1653F786E077}" dt="2025-11-30T12:09:35.004" v="184" actId="26606"/>
          <ac:grpSpMkLst>
            <pc:docMk/>
            <pc:sldMk cId="0" sldId="262"/>
            <ac:grpSpMk id="10" creationId="{B14B560F-9DD7-4302-A60B-EBD3EF59B073}"/>
          </ac:grpSpMkLst>
        </pc:grpChg>
      </pc:sldChg>
      <pc:sldChg chg="addSp delSp modSp mod setBg setClrOvrMap">
        <pc:chgData name="b sahithya" userId="6f649b089871118e" providerId="LiveId" clId="{B59DBA64-B59A-47B7-A0BB-1653F786E077}" dt="2025-11-30T12:12:06.450" v="216" actId="26606"/>
        <pc:sldMkLst>
          <pc:docMk/>
          <pc:sldMk cId="0" sldId="263"/>
        </pc:sldMkLst>
        <pc:spChg chg="mod">
          <ac:chgData name="b sahithya" userId="6f649b089871118e" providerId="LiveId" clId="{B59DBA64-B59A-47B7-A0BB-1653F786E077}" dt="2025-11-30T12:11:59.326" v="213" actId="26606"/>
          <ac:spMkLst>
            <pc:docMk/>
            <pc:sldMk cId="0" sldId="263"/>
            <ac:spMk id="2" creationId="{00000000-0000-0000-0000-000000000000}"/>
          </ac:spMkLst>
        </pc:spChg>
        <pc:graphicFrameChg chg="add">
          <ac:chgData name="b sahithya" userId="6f649b089871118e" providerId="LiveId" clId="{B59DBA64-B59A-47B7-A0BB-1653F786E077}" dt="2025-11-30T12:12:06.450" v="216" actId="26606"/>
          <ac:graphicFrameMkLst>
            <pc:docMk/>
            <pc:sldMk cId="0" sldId="263"/>
            <ac:graphicFrameMk id="27" creationId="{E0D695AD-0C8B-D4FD-130B-CDB25E17EE81}"/>
          </ac:graphicFrameMkLst>
        </pc:graphicFrameChg>
      </pc:sldChg>
      <pc:sldChg chg="addSp delSp modSp mod setBg">
        <pc:chgData name="b sahithya" userId="6f649b089871118e" providerId="LiveId" clId="{B59DBA64-B59A-47B7-A0BB-1653F786E077}" dt="2025-11-30T12:12:51.630" v="220" actId="2711"/>
        <pc:sldMkLst>
          <pc:docMk/>
          <pc:sldMk cId="0" sldId="264"/>
        </pc:sldMkLst>
        <pc:spChg chg="mod">
          <ac:chgData name="b sahithya" userId="6f649b089871118e" providerId="LiveId" clId="{B59DBA64-B59A-47B7-A0BB-1653F786E077}" dt="2025-11-30T12:12:51.630" v="220" actId="2711"/>
          <ac:spMkLst>
            <pc:docMk/>
            <pc:sldMk cId="0" sldId="264"/>
            <ac:spMk id="2" creationId="{00000000-0000-0000-0000-000000000000}"/>
          </ac:spMkLst>
        </pc:spChg>
        <pc:graphicFrameChg chg="add">
          <ac:chgData name="b sahithya" userId="6f649b089871118e" providerId="LiveId" clId="{B59DBA64-B59A-47B7-A0BB-1653F786E077}" dt="2025-11-30T12:12:40.902" v="219" actId="26606"/>
          <ac:graphicFrameMkLst>
            <pc:docMk/>
            <pc:sldMk cId="0" sldId="264"/>
            <ac:graphicFrameMk id="15" creationId="{B596B9A9-FE19-7603-5C6E-BB4057E5F48F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26.png"/><Relationship Id="rId7" Type="http://schemas.openxmlformats.org/officeDocument/2006/relationships/image" Target="../media/image2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26.png"/><Relationship Id="rId7" Type="http://schemas.openxmlformats.org/officeDocument/2006/relationships/image" Target="../media/image2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5656DC-1CAC-4E41-9427-85869C9AE2DF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3A1601AF-D494-4ADD-8674-1771C897B372}">
      <dgm:prSet/>
      <dgm:spPr/>
      <dgm:t>
        <a:bodyPr/>
        <a:lstStyle/>
        <a:p>
          <a:r>
            <a:rPr lang="en-US" dirty="0"/>
            <a:t>Login &amp; Registration via </a:t>
          </a:r>
          <a:r>
            <a:rPr lang="en-US" dirty="0" err="1"/>
            <a:t>Streamlit</a:t>
          </a:r>
          <a:r>
            <a:rPr lang="en-US" dirty="0"/>
            <a:t> UI</a:t>
          </a:r>
        </a:p>
      </dgm:t>
    </dgm:pt>
    <dgm:pt modelId="{52FBBED8-FBE5-40CE-A60F-064B425D499B}" type="parTrans" cxnId="{F9EDE697-79D4-41D7-9D23-EBC78B8BEF32}">
      <dgm:prSet/>
      <dgm:spPr/>
      <dgm:t>
        <a:bodyPr/>
        <a:lstStyle/>
        <a:p>
          <a:endParaRPr lang="en-US"/>
        </a:p>
      </dgm:t>
    </dgm:pt>
    <dgm:pt modelId="{FF0EAAD3-D8DE-4AB3-A8D2-9FF7E16A04D2}" type="sibTrans" cxnId="{F9EDE697-79D4-41D7-9D23-EBC78B8BEF32}">
      <dgm:prSet/>
      <dgm:spPr/>
      <dgm:t>
        <a:bodyPr/>
        <a:lstStyle/>
        <a:p>
          <a:endParaRPr lang="en-US"/>
        </a:p>
      </dgm:t>
    </dgm:pt>
    <dgm:pt modelId="{59460E19-EA74-4949-9079-43246D41D70E}">
      <dgm:prSet/>
      <dgm:spPr/>
      <dgm:t>
        <a:bodyPr/>
        <a:lstStyle/>
        <a:p>
          <a:r>
            <a:rPr lang="en-US" dirty="0"/>
            <a:t>Credentials stored in </a:t>
          </a:r>
          <a:r>
            <a:rPr lang="en-US" dirty="0" err="1"/>
            <a:t>users.json</a:t>
          </a:r>
          <a:endParaRPr lang="en-US" dirty="0"/>
        </a:p>
      </dgm:t>
    </dgm:pt>
    <dgm:pt modelId="{EDA6E03E-121C-41E5-863E-59BC2FAD88E6}" type="parTrans" cxnId="{93378106-4F94-4504-8C5F-2DB1BFB31A5F}">
      <dgm:prSet/>
      <dgm:spPr/>
      <dgm:t>
        <a:bodyPr/>
        <a:lstStyle/>
        <a:p>
          <a:endParaRPr lang="en-US"/>
        </a:p>
      </dgm:t>
    </dgm:pt>
    <dgm:pt modelId="{30E77D75-4FC9-44BE-B723-ECDE936229B5}" type="sibTrans" cxnId="{93378106-4F94-4504-8C5F-2DB1BFB31A5F}">
      <dgm:prSet/>
      <dgm:spPr/>
      <dgm:t>
        <a:bodyPr/>
        <a:lstStyle/>
        <a:p>
          <a:endParaRPr lang="en-US"/>
        </a:p>
      </dgm:t>
    </dgm:pt>
    <dgm:pt modelId="{74D882CC-3950-4050-87FA-BE86B20060A1}">
      <dgm:prSet/>
      <dgm:spPr/>
      <dgm:t>
        <a:bodyPr/>
        <a:lstStyle/>
        <a:p>
          <a:r>
            <a:rPr lang="en-US" dirty="0"/>
            <a:t>Each user has profile image, history, and data stored</a:t>
          </a:r>
        </a:p>
      </dgm:t>
    </dgm:pt>
    <dgm:pt modelId="{F83EDC5B-8530-4107-ACD3-28C2F6EA9353}" type="parTrans" cxnId="{C259CC0B-3F02-4CFA-A1D1-B132C245E66C}">
      <dgm:prSet/>
      <dgm:spPr/>
      <dgm:t>
        <a:bodyPr/>
        <a:lstStyle/>
        <a:p>
          <a:endParaRPr lang="en-US"/>
        </a:p>
      </dgm:t>
    </dgm:pt>
    <dgm:pt modelId="{7B0D21F0-F32E-4C5D-BA46-2676D297E0E2}" type="sibTrans" cxnId="{C259CC0B-3F02-4CFA-A1D1-B132C245E66C}">
      <dgm:prSet/>
      <dgm:spPr/>
      <dgm:t>
        <a:bodyPr/>
        <a:lstStyle/>
        <a:p>
          <a:endParaRPr lang="en-US"/>
        </a:p>
      </dgm:t>
    </dgm:pt>
    <dgm:pt modelId="{59EE9A35-F216-4656-9ACC-D49EB0C84AEA}">
      <dgm:prSet/>
      <dgm:spPr/>
      <dgm:t>
        <a:bodyPr/>
        <a:lstStyle/>
        <a:p>
          <a:r>
            <a:rPr lang="en-US" dirty="0"/>
            <a:t>Logout &amp; Clear History options in sidebar</a:t>
          </a:r>
        </a:p>
      </dgm:t>
    </dgm:pt>
    <dgm:pt modelId="{AB1B99E5-98F3-4713-8F24-98B9FBC2BC4D}" type="parTrans" cxnId="{5C7CF486-837F-424B-BF17-6E2F39407C70}">
      <dgm:prSet/>
      <dgm:spPr/>
      <dgm:t>
        <a:bodyPr/>
        <a:lstStyle/>
        <a:p>
          <a:endParaRPr lang="en-US"/>
        </a:p>
      </dgm:t>
    </dgm:pt>
    <dgm:pt modelId="{7A9D1989-0BB1-419F-9C29-3A0521207F90}" type="sibTrans" cxnId="{5C7CF486-837F-424B-BF17-6E2F39407C70}">
      <dgm:prSet/>
      <dgm:spPr/>
      <dgm:t>
        <a:bodyPr/>
        <a:lstStyle/>
        <a:p>
          <a:endParaRPr lang="en-US"/>
        </a:p>
      </dgm:t>
    </dgm:pt>
    <dgm:pt modelId="{4102E60C-F2DB-4C7C-900A-CF201C19E4FE}" type="pres">
      <dgm:prSet presAssocID="{A15656DC-1CAC-4E41-9427-85869C9AE2DF}" presName="root" presStyleCnt="0">
        <dgm:presLayoutVars>
          <dgm:dir/>
          <dgm:resizeHandles val="exact"/>
        </dgm:presLayoutVars>
      </dgm:prSet>
      <dgm:spPr/>
    </dgm:pt>
    <dgm:pt modelId="{110C62E5-E749-489D-9E1E-5688EE393325}" type="pres">
      <dgm:prSet presAssocID="{A15656DC-1CAC-4E41-9427-85869C9AE2DF}" presName="container" presStyleCnt="0">
        <dgm:presLayoutVars>
          <dgm:dir/>
          <dgm:resizeHandles val="exact"/>
        </dgm:presLayoutVars>
      </dgm:prSet>
      <dgm:spPr/>
    </dgm:pt>
    <dgm:pt modelId="{ECFFB68A-A7EE-423C-A945-BF59A5BE9E96}" type="pres">
      <dgm:prSet presAssocID="{3A1601AF-D494-4ADD-8674-1771C897B372}" presName="compNode" presStyleCnt="0"/>
      <dgm:spPr/>
    </dgm:pt>
    <dgm:pt modelId="{0B7597E9-841F-418B-984B-9EF5BE576772}" type="pres">
      <dgm:prSet presAssocID="{3A1601AF-D494-4ADD-8674-1771C897B372}" presName="iconBgRect" presStyleLbl="bgShp" presStyleIdx="0" presStyleCnt="4"/>
      <dgm:spPr/>
    </dgm:pt>
    <dgm:pt modelId="{4A72B2B1-63B7-4300-8629-F852F2DE1DC5}" type="pres">
      <dgm:prSet presAssocID="{3A1601AF-D494-4ADD-8674-1771C897B37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8BED338B-E41B-42FF-AE4D-A8400107F04F}" type="pres">
      <dgm:prSet presAssocID="{3A1601AF-D494-4ADD-8674-1771C897B372}" presName="spaceRect" presStyleCnt="0"/>
      <dgm:spPr/>
    </dgm:pt>
    <dgm:pt modelId="{A854AD86-43D7-47C6-96CB-7DBA92C0E16F}" type="pres">
      <dgm:prSet presAssocID="{3A1601AF-D494-4ADD-8674-1771C897B372}" presName="textRect" presStyleLbl="revTx" presStyleIdx="0" presStyleCnt="4">
        <dgm:presLayoutVars>
          <dgm:chMax val="1"/>
          <dgm:chPref val="1"/>
        </dgm:presLayoutVars>
      </dgm:prSet>
      <dgm:spPr/>
    </dgm:pt>
    <dgm:pt modelId="{5E056A03-E2BA-4B3E-BA96-0E529E9DB967}" type="pres">
      <dgm:prSet presAssocID="{FF0EAAD3-D8DE-4AB3-A8D2-9FF7E16A04D2}" presName="sibTrans" presStyleLbl="sibTrans2D1" presStyleIdx="0" presStyleCnt="0"/>
      <dgm:spPr/>
    </dgm:pt>
    <dgm:pt modelId="{F8EF5A5E-32E0-4B3D-8998-8DACBC2B2C7F}" type="pres">
      <dgm:prSet presAssocID="{59460E19-EA74-4949-9079-43246D41D70E}" presName="compNode" presStyleCnt="0"/>
      <dgm:spPr/>
    </dgm:pt>
    <dgm:pt modelId="{20F638D5-02A1-4A16-991A-F6E829CAE18D}" type="pres">
      <dgm:prSet presAssocID="{59460E19-EA74-4949-9079-43246D41D70E}" presName="iconBgRect" presStyleLbl="bgShp" presStyleIdx="1" presStyleCnt="4"/>
      <dgm:spPr/>
    </dgm:pt>
    <dgm:pt modelId="{C75B0134-1EBE-4EEC-AE35-C68F803BA2FE}" type="pres">
      <dgm:prSet presAssocID="{59460E19-EA74-4949-9079-43246D41D70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"/>
        </a:ext>
      </dgm:extLst>
    </dgm:pt>
    <dgm:pt modelId="{5E28BD9F-A4D6-491F-B95E-3D7A4D7B7CF4}" type="pres">
      <dgm:prSet presAssocID="{59460E19-EA74-4949-9079-43246D41D70E}" presName="spaceRect" presStyleCnt="0"/>
      <dgm:spPr/>
    </dgm:pt>
    <dgm:pt modelId="{DEA76A08-B855-4B21-90D0-323C3EBEF54A}" type="pres">
      <dgm:prSet presAssocID="{59460E19-EA74-4949-9079-43246D41D70E}" presName="textRect" presStyleLbl="revTx" presStyleIdx="1" presStyleCnt="4">
        <dgm:presLayoutVars>
          <dgm:chMax val="1"/>
          <dgm:chPref val="1"/>
        </dgm:presLayoutVars>
      </dgm:prSet>
      <dgm:spPr/>
    </dgm:pt>
    <dgm:pt modelId="{F2B778FB-1BA0-4FE5-B358-12F37C7D7CB3}" type="pres">
      <dgm:prSet presAssocID="{30E77D75-4FC9-44BE-B723-ECDE936229B5}" presName="sibTrans" presStyleLbl="sibTrans2D1" presStyleIdx="0" presStyleCnt="0"/>
      <dgm:spPr/>
    </dgm:pt>
    <dgm:pt modelId="{76C69BE7-A0F0-4D7F-9385-446A881C41E3}" type="pres">
      <dgm:prSet presAssocID="{74D882CC-3950-4050-87FA-BE86B20060A1}" presName="compNode" presStyleCnt="0"/>
      <dgm:spPr/>
    </dgm:pt>
    <dgm:pt modelId="{2102A1D0-2C05-4AB2-89A0-2840F630D724}" type="pres">
      <dgm:prSet presAssocID="{74D882CC-3950-4050-87FA-BE86B20060A1}" presName="iconBgRect" presStyleLbl="bgShp" presStyleIdx="2" presStyleCnt="4"/>
      <dgm:spPr/>
    </dgm:pt>
    <dgm:pt modelId="{96E331C1-4039-42C2-8F23-D3E6E2651CE2}" type="pres">
      <dgm:prSet presAssocID="{74D882CC-3950-4050-87FA-BE86B20060A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8BA540A-8E5C-461D-8F1D-4A4B757808D2}" type="pres">
      <dgm:prSet presAssocID="{74D882CC-3950-4050-87FA-BE86B20060A1}" presName="spaceRect" presStyleCnt="0"/>
      <dgm:spPr/>
    </dgm:pt>
    <dgm:pt modelId="{3A6B229D-8211-4AC4-B0C4-4C67E93BD2D9}" type="pres">
      <dgm:prSet presAssocID="{74D882CC-3950-4050-87FA-BE86B20060A1}" presName="textRect" presStyleLbl="revTx" presStyleIdx="2" presStyleCnt="4">
        <dgm:presLayoutVars>
          <dgm:chMax val="1"/>
          <dgm:chPref val="1"/>
        </dgm:presLayoutVars>
      </dgm:prSet>
      <dgm:spPr/>
    </dgm:pt>
    <dgm:pt modelId="{BA19CDF3-E615-4F37-A7F7-B38ECB54D097}" type="pres">
      <dgm:prSet presAssocID="{7B0D21F0-F32E-4C5D-BA46-2676D297E0E2}" presName="sibTrans" presStyleLbl="sibTrans2D1" presStyleIdx="0" presStyleCnt="0"/>
      <dgm:spPr/>
    </dgm:pt>
    <dgm:pt modelId="{6C634ED5-9415-433D-963B-487C811BF686}" type="pres">
      <dgm:prSet presAssocID="{59EE9A35-F216-4656-9ACC-D49EB0C84AEA}" presName="compNode" presStyleCnt="0"/>
      <dgm:spPr/>
    </dgm:pt>
    <dgm:pt modelId="{986F6B20-7A31-4EBC-BAEB-CD68F098A3BC}" type="pres">
      <dgm:prSet presAssocID="{59EE9A35-F216-4656-9ACC-D49EB0C84AEA}" presName="iconBgRect" presStyleLbl="bgShp" presStyleIdx="3" presStyleCnt="4"/>
      <dgm:spPr/>
    </dgm:pt>
    <dgm:pt modelId="{906FEC46-FAA5-42D8-B9F5-62F9862903DE}" type="pres">
      <dgm:prSet presAssocID="{59EE9A35-F216-4656-9ACC-D49EB0C84AE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ck"/>
        </a:ext>
      </dgm:extLst>
    </dgm:pt>
    <dgm:pt modelId="{0C3CBB66-2456-496E-93CB-0ADA3DD6253D}" type="pres">
      <dgm:prSet presAssocID="{59EE9A35-F216-4656-9ACC-D49EB0C84AEA}" presName="spaceRect" presStyleCnt="0"/>
      <dgm:spPr/>
    </dgm:pt>
    <dgm:pt modelId="{D3132D77-2D67-4F98-8008-D07CCA6CF259}" type="pres">
      <dgm:prSet presAssocID="{59EE9A35-F216-4656-9ACC-D49EB0C84AE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3378106-4F94-4504-8C5F-2DB1BFB31A5F}" srcId="{A15656DC-1CAC-4E41-9427-85869C9AE2DF}" destId="{59460E19-EA74-4949-9079-43246D41D70E}" srcOrd="1" destOrd="0" parTransId="{EDA6E03E-121C-41E5-863E-59BC2FAD88E6}" sibTransId="{30E77D75-4FC9-44BE-B723-ECDE936229B5}"/>
    <dgm:cxn modelId="{C259CC0B-3F02-4CFA-A1D1-B132C245E66C}" srcId="{A15656DC-1CAC-4E41-9427-85869C9AE2DF}" destId="{74D882CC-3950-4050-87FA-BE86B20060A1}" srcOrd="2" destOrd="0" parTransId="{F83EDC5B-8530-4107-ACD3-28C2F6EA9353}" sibTransId="{7B0D21F0-F32E-4C5D-BA46-2676D297E0E2}"/>
    <dgm:cxn modelId="{0AD81E14-9F70-4F22-8852-FA39B73E99CA}" type="presOf" srcId="{59EE9A35-F216-4656-9ACC-D49EB0C84AEA}" destId="{D3132D77-2D67-4F98-8008-D07CCA6CF259}" srcOrd="0" destOrd="0" presId="urn:microsoft.com/office/officeart/2018/2/layout/IconCircleList"/>
    <dgm:cxn modelId="{FB470C39-4259-480C-9CAA-B0302EE47EBE}" type="presOf" srcId="{30E77D75-4FC9-44BE-B723-ECDE936229B5}" destId="{F2B778FB-1BA0-4FE5-B358-12F37C7D7CB3}" srcOrd="0" destOrd="0" presId="urn:microsoft.com/office/officeart/2018/2/layout/IconCircleList"/>
    <dgm:cxn modelId="{5C7CF486-837F-424B-BF17-6E2F39407C70}" srcId="{A15656DC-1CAC-4E41-9427-85869C9AE2DF}" destId="{59EE9A35-F216-4656-9ACC-D49EB0C84AEA}" srcOrd="3" destOrd="0" parTransId="{AB1B99E5-98F3-4713-8F24-98B9FBC2BC4D}" sibTransId="{7A9D1989-0BB1-419F-9C29-3A0521207F90}"/>
    <dgm:cxn modelId="{E83E2F92-3055-487D-B01D-19F3B4296B99}" type="presOf" srcId="{FF0EAAD3-D8DE-4AB3-A8D2-9FF7E16A04D2}" destId="{5E056A03-E2BA-4B3E-BA96-0E529E9DB967}" srcOrd="0" destOrd="0" presId="urn:microsoft.com/office/officeart/2018/2/layout/IconCircleList"/>
    <dgm:cxn modelId="{F9EDE697-79D4-41D7-9D23-EBC78B8BEF32}" srcId="{A15656DC-1CAC-4E41-9427-85869C9AE2DF}" destId="{3A1601AF-D494-4ADD-8674-1771C897B372}" srcOrd="0" destOrd="0" parTransId="{52FBBED8-FBE5-40CE-A60F-064B425D499B}" sibTransId="{FF0EAAD3-D8DE-4AB3-A8D2-9FF7E16A04D2}"/>
    <dgm:cxn modelId="{22B67B9B-5308-4CBD-A0DF-AE812F1A9513}" type="presOf" srcId="{3A1601AF-D494-4ADD-8674-1771C897B372}" destId="{A854AD86-43D7-47C6-96CB-7DBA92C0E16F}" srcOrd="0" destOrd="0" presId="urn:microsoft.com/office/officeart/2018/2/layout/IconCircleList"/>
    <dgm:cxn modelId="{1412A69D-1B92-4B7A-A118-6722A7EF09E2}" type="presOf" srcId="{A15656DC-1CAC-4E41-9427-85869C9AE2DF}" destId="{4102E60C-F2DB-4C7C-900A-CF201C19E4FE}" srcOrd="0" destOrd="0" presId="urn:microsoft.com/office/officeart/2018/2/layout/IconCircleList"/>
    <dgm:cxn modelId="{F841BBBF-F8C6-461D-80F3-1D71FEC48AF1}" type="presOf" srcId="{7B0D21F0-F32E-4C5D-BA46-2676D297E0E2}" destId="{BA19CDF3-E615-4F37-A7F7-B38ECB54D097}" srcOrd="0" destOrd="0" presId="urn:microsoft.com/office/officeart/2018/2/layout/IconCircleList"/>
    <dgm:cxn modelId="{7356D1D9-AD2D-4452-93A8-85F2247124BF}" type="presOf" srcId="{59460E19-EA74-4949-9079-43246D41D70E}" destId="{DEA76A08-B855-4B21-90D0-323C3EBEF54A}" srcOrd="0" destOrd="0" presId="urn:microsoft.com/office/officeart/2018/2/layout/IconCircleList"/>
    <dgm:cxn modelId="{28FF76DF-5EA7-446E-A155-2C8CCF37CCE8}" type="presOf" srcId="{74D882CC-3950-4050-87FA-BE86B20060A1}" destId="{3A6B229D-8211-4AC4-B0C4-4C67E93BD2D9}" srcOrd="0" destOrd="0" presId="urn:microsoft.com/office/officeart/2018/2/layout/IconCircleList"/>
    <dgm:cxn modelId="{FF4A6741-59E7-4229-949D-88819A49454F}" type="presParOf" srcId="{4102E60C-F2DB-4C7C-900A-CF201C19E4FE}" destId="{110C62E5-E749-489D-9E1E-5688EE393325}" srcOrd="0" destOrd="0" presId="urn:microsoft.com/office/officeart/2018/2/layout/IconCircleList"/>
    <dgm:cxn modelId="{32985CD8-CFA9-4B4C-828D-5349D477AFBB}" type="presParOf" srcId="{110C62E5-E749-489D-9E1E-5688EE393325}" destId="{ECFFB68A-A7EE-423C-A945-BF59A5BE9E96}" srcOrd="0" destOrd="0" presId="urn:microsoft.com/office/officeart/2018/2/layout/IconCircleList"/>
    <dgm:cxn modelId="{B62609BC-3D5C-4F6D-A06C-3CAFDA6B0F2A}" type="presParOf" srcId="{ECFFB68A-A7EE-423C-A945-BF59A5BE9E96}" destId="{0B7597E9-841F-418B-984B-9EF5BE576772}" srcOrd="0" destOrd="0" presId="urn:microsoft.com/office/officeart/2018/2/layout/IconCircleList"/>
    <dgm:cxn modelId="{A5A50599-465F-4078-9E2A-A1D74A77BC66}" type="presParOf" srcId="{ECFFB68A-A7EE-423C-A945-BF59A5BE9E96}" destId="{4A72B2B1-63B7-4300-8629-F852F2DE1DC5}" srcOrd="1" destOrd="0" presId="urn:microsoft.com/office/officeart/2018/2/layout/IconCircleList"/>
    <dgm:cxn modelId="{43E27599-66B8-4B54-A79E-82763BF4EBC7}" type="presParOf" srcId="{ECFFB68A-A7EE-423C-A945-BF59A5BE9E96}" destId="{8BED338B-E41B-42FF-AE4D-A8400107F04F}" srcOrd="2" destOrd="0" presId="urn:microsoft.com/office/officeart/2018/2/layout/IconCircleList"/>
    <dgm:cxn modelId="{12D67E8B-BC2F-4C5F-9A99-240E8B7099F6}" type="presParOf" srcId="{ECFFB68A-A7EE-423C-A945-BF59A5BE9E96}" destId="{A854AD86-43D7-47C6-96CB-7DBA92C0E16F}" srcOrd="3" destOrd="0" presId="urn:microsoft.com/office/officeart/2018/2/layout/IconCircleList"/>
    <dgm:cxn modelId="{52DBF736-A2C2-4813-B71A-442FE84AF423}" type="presParOf" srcId="{110C62E5-E749-489D-9E1E-5688EE393325}" destId="{5E056A03-E2BA-4B3E-BA96-0E529E9DB967}" srcOrd="1" destOrd="0" presId="urn:microsoft.com/office/officeart/2018/2/layout/IconCircleList"/>
    <dgm:cxn modelId="{B400EDD1-0C01-440B-A19F-D297391B15B7}" type="presParOf" srcId="{110C62E5-E749-489D-9E1E-5688EE393325}" destId="{F8EF5A5E-32E0-4B3D-8998-8DACBC2B2C7F}" srcOrd="2" destOrd="0" presId="urn:microsoft.com/office/officeart/2018/2/layout/IconCircleList"/>
    <dgm:cxn modelId="{679F5C6D-57CB-41FE-B13A-8F3D803012A7}" type="presParOf" srcId="{F8EF5A5E-32E0-4B3D-8998-8DACBC2B2C7F}" destId="{20F638D5-02A1-4A16-991A-F6E829CAE18D}" srcOrd="0" destOrd="0" presId="urn:microsoft.com/office/officeart/2018/2/layout/IconCircleList"/>
    <dgm:cxn modelId="{7F8B3CE7-17BB-43E5-A531-30F4DA0ED098}" type="presParOf" srcId="{F8EF5A5E-32E0-4B3D-8998-8DACBC2B2C7F}" destId="{C75B0134-1EBE-4EEC-AE35-C68F803BA2FE}" srcOrd="1" destOrd="0" presId="urn:microsoft.com/office/officeart/2018/2/layout/IconCircleList"/>
    <dgm:cxn modelId="{5B27FF30-8AAA-4AE6-B99B-F26FA0C5E461}" type="presParOf" srcId="{F8EF5A5E-32E0-4B3D-8998-8DACBC2B2C7F}" destId="{5E28BD9F-A4D6-491F-B95E-3D7A4D7B7CF4}" srcOrd="2" destOrd="0" presId="urn:microsoft.com/office/officeart/2018/2/layout/IconCircleList"/>
    <dgm:cxn modelId="{F5D4E3C4-F95C-4F99-A05C-CB5274D2D3D5}" type="presParOf" srcId="{F8EF5A5E-32E0-4B3D-8998-8DACBC2B2C7F}" destId="{DEA76A08-B855-4B21-90D0-323C3EBEF54A}" srcOrd="3" destOrd="0" presId="urn:microsoft.com/office/officeart/2018/2/layout/IconCircleList"/>
    <dgm:cxn modelId="{AF7E70A5-DF6E-4E42-9F2A-C27AE40A6560}" type="presParOf" srcId="{110C62E5-E749-489D-9E1E-5688EE393325}" destId="{F2B778FB-1BA0-4FE5-B358-12F37C7D7CB3}" srcOrd="3" destOrd="0" presId="urn:microsoft.com/office/officeart/2018/2/layout/IconCircleList"/>
    <dgm:cxn modelId="{A1147C62-D9C4-42CB-B187-BCB3460AA046}" type="presParOf" srcId="{110C62E5-E749-489D-9E1E-5688EE393325}" destId="{76C69BE7-A0F0-4D7F-9385-446A881C41E3}" srcOrd="4" destOrd="0" presId="urn:microsoft.com/office/officeart/2018/2/layout/IconCircleList"/>
    <dgm:cxn modelId="{CEEC418A-E8D7-419D-AE96-2996F7D1065A}" type="presParOf" srcId="{76C69BE7-A0F0-4D7F-9385-446A881C41E3}" destId="{2102A1D0-2C05-4AB2-89A0-2840F630D724}" srcOrd="0" destOrd="0" presId="urn:microsoft.com/office/officeart/2018/2/layout/IconCircleList"/>
    <dgm:cxn modelId="{E283CD56-FD8C-445D-9E86-143F2937C661}" type="presParOf" srcId="{76C69BE7-A0F0-4D7F-9385-446A881C41E3}" destId="{96E331C1-4039-42C2-8F23-D3E6E2651CE2}" srcOrd="1" destOrd="0" presId="urn:microsoft.com/office/officeart/2018/2/layout/IconCircleList"/>
    <dgm:cxn modelId="{6DAE02D6-C1A6-4964-AAE6-77FACF330DCB}" type="presParOf" srcId="{76C69BE7-A0F0-4D7F-9385-446A881C41E3}" destId="{28BA540A-8E5C-461D-8F1D-4A4B757808D2}" srcOrd="2" destOrd="0" presId="urn:microsoft.com/office/officeart/2018/2/layout/IconCircleList"/>
    <dgm:cxn modelId="{0D0A11C0-5D50-40E3-A782-58C0300AE521}" type="presParOf" srcId="{76C69BE7-A0F0-4D7F-9385-446A881C41E3}" destId="{3A6B229D-8211-4AC4-B0C4-4C67E93BD2D9}" srcOrd="3" destOrd="0" presId="urn:microsoft.com/office/officeart/2018/2/layout/IconCircleList"/>
    <dgm:cxn modelId="{F9906163-C365-4663-80C8-7D22A49D2439}" type="presParOf" srcId="{110C62E5-E749-489D-9E1E-5688EE393325}" destId="{BA19CDF3-E615-4F37-A7F7-B38ECB54D097}" srcOrd="5" destOrd="0" presId="urn:microsoft.com/office/officeart/2018/2/layout/IconCircleList"/>
    <dgm:cxn modelId="{B9027421-A141-4D88-A525-516F560B1841}" type="presParOf" srcId="{110C62E5-E749-489D-9E1E-5688EE393325}" destId="{6C634ED5-9415-433D-963B-487C811BF686}" srcOrd="6" destOrd="0" presId="urn:microsoft.com/office/officeart/2018/2/layout/IconCircleList"/>
    <dgm:cxn modelId="{AE4B5A10-23C2-49B4-8DAD-D892EE9C7D3A}" type="presParOf" srcId="{6C634ED5-9415-433D-963B-487C811BF686}" destId="{986F6B20-7A31-4EBC-BAEB-CD68F098A3BC}" srcOrd="0" destOrd="0" presId="urn:microsoft.com/office/officeart/2018/2/layout/IconCircleList"/>
    <dgm:cxn modelId="{994628E7-75FF-4C78-9BF8-ABFC0ADF98FA}" type="presParOf" srcId="{6C634ED5-9415-433D-963B-487C811BF686}" destId="{906FEC46-FAA5-42D8-B9F5-62F9862903DE}" srcOrd="1" destOrd="0" presId="urn:microsoft.com/office/officeart/2018/2/layout/IconCircleList"/>
    <dgm:cxn modelId="{C655DDD5-99A6-4BB3-A38C-50287A51F2A3}" type="presParOf" srcId="{6C634ED5-9415-433D-963B-487C811BF686}" destId="{0C3CBB66-2456-496E-93CB-0ADA3DD6253D}" srcOrd="2" destOrd="0" presId="urn:microsoft.com/office/officeart/2018/2/layout/IconCircleList"/>
    <dgm:cxn modelId="{CAF63768-0D3D-4A26-83B4-24D598C062A1}" type="presParOf" srcId="{6C634ED5-9415-433D-963B-487C811BF686}" destId="{D3132D77-2D67-4F98-8008-D07CCA6CF259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F7D72F9-88E3-49BA-855C-D142404F85B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0A7B32E-720D-4AC0-940E-ED4D095F5243}">
      <dgm:prSet/>
      <dgm:spPr/>
      <dgm:t>
        <a:bodyPr/>
        <a:lstStyle/>
        <a:p>
          <a:r>
            <a:rPr lang="en-US" dirty="0">
              <a:latin typeface="Abadi" panose="020B0604020104020204" pitchFamily="34" charset="0"/>
            </a:rPr>
            <a:t>Predefined list of skill keywords</a:t>
          </a:r>
        </a:p>
      </dgm:t>
    </dgm:pt>
    <dgm:pt modelId="{B11AF87B-1607-403C-B5AD-F62CB2C4A5E7}" type="parTrans" cxnId="{4D504471-CBF9-47EF-8FC6-CB46A103CFF3}">
      <dgm:prSet/>
      <dgm:spPr/>
      <dgm:t>
        <a:bodyPr/>
        <a:lstStyle/>
        <a:p>
          <a:endParaRPr lang="en-US"/>
        </a:p>
      </dgm:t>
    </dgm:pt>
    <dgm:pt modelId="{DEAEFFD6-3BD3-4DC0-BB60-B0EC56BBD494}" type="sibTrans" cxnId="{4D504471-CBF9-47EF-8FC6-CB46A103CFF3}">
      <dgm:prSet/>
      <dgm:spPr/>
      <dgm:t>
        <a:bodyPr/>
        <a:lstStyle/>
        <a:p>
          <a:endParaRPr lang="en-US"/>
        </a:p>
      </dgm:t>
    </dgm:pt>
    <dgm:pt modelId="{8D72AD39-FFFF-4D02-8882-698CCFEC0717}">
      <dgm:prSet/>
      <dgm:spPr/>
      <dgm:t>
        <a:bodyPr/>
        <a:lstStyle/>
        <a:p>
          <a:r>
            <a:rPr lang="en-US" dirty="0">
              <a:latin typeface="Abadi" panose="020B0604020104020204" pitchFamily="34" charset="0"/>
            </a:rPr>
            <a:t>Extracts text from PDF or DOCX</a:t>
          </a:r>
        </a:p>
      </dgm:t>
    </dgm:pt>
    <dgm:pt modelId="{A7F78A9D-07B2-4AF6-B16E-1738BA3CAD08}" type="parTrans" cxnId="{EF4C4DB9-FBB6-41F1-8755-8F0FC22F9BEB}">
      <dgm:prSet/>
      <dgm:spPr/>
      <dgm:t>
        <a:bodyPr/>
        <a:lstStyle/>
        <a:p>
          <a:endParaRPr lang="en-US"/>
        </a:p>
      </dgm:t>
    </dgm:pt>
    <dgm:pt modelId="{661C1677-CAC8-4DC4-9E91-84F45B56A1C3}" type="sibTrans" cxnId="{EF4C4DB9-FBB6-41F1-8755-8F0FC22F9BEB}">
      <dgm:prSet/>
      <dgm:spPr/>
      <dgm:t>
        <a:bodyPr/>
        <a:lstStyle/>
        <a:p>
          <a:endParaRPr lang="en-US"/>
        </a:p>
      </dgm:t>
    </dgm:pt>
    <dgm:pt modelId="{A17BC104-B01B-4910-954F-0736D28C6DE3}">
      <dgm:prSet/>
      <dgm:spPr/>
      <dgm:t>
        <a:bodyPr/>
        <a:lstStyle/>
        <a:p>
          <a:r>
            <a:rPr lang="en-US" dirty="0">
              <a:latin typeface="Abadi" panose="020B0604020104020204" pitchFamily="34" charset="0"/>
            </a:rPr>
            <a:t>Searches for keyword patterns using regex</a:t>
          </a:r>
        </a:p>
      </dgm:t>
    </dgm:pt>
    <dgm:pt modelId="{6E508E6C-5DD9-4F1F-9951-6E3742D03818}" type="parTrans" cxnId="{F5EEF86B-63FC-44DA-9B67-521D015F4647}">
      <dgm:prSet/>
      <dgm:spPr/>
      <dgm:t>
        <a:bodyPr/>
        <a:lstStyle/>
        <a:p>
          <a:endParaRPr lang="en-US"/>
        </a:p>
      </dgm:t>
    </dgm:pt>
    <dgm:pt modelId="{104726E7-429A-42AD-AF63-0B9B47D4883C}" type="sibTrans" cxnId="{F5EEF86B-63FC-44DA-9B67-521D015F4647}">
      <dgm:prSet/>
      <dgm:spPr/>
      <dgm:t>
        <a:bodyPr/>
        <a:lstStyle/>
        <a:p>
          <a:endParaRPr lang="en-US"/>
        </a:p>
      </dgm:t>
    </dgm:pt>
    <dgm:pt modelId="{BB57BB77-52A4-45E7-BAF9-3C3C06514F01}">
      <dgm:prSet/>
      <dgm:spPr/>
      <dgm:t>
        <a:bodyPr/>
        <a:lstStyle/>
        <a:p>
          <a:r>
            <a:rPr lang="en-US" dirty="0">
              <a:latin typeface="Abadi" panose="020B0604020104020204" pitchFamily="34" charset="0"/>
            </a:rPr>
            <a:t>Produces Resume Skills &amp; Job Skills</a:t>
          </a:r>
        </a:p>
      </dgm:t>
    </dgm:pt>
    <dgm:pt modelId="{BB723175-ABBA-477C-9AA0-782097CE0ED2}" type="parTrans" cxnId="{12A3A430-BCFB-4A9A-8C2A-1ED2EDC75AA0}">
      <dgm:prSet/>
      <dgm:spPr/>
      <dgm:t>
        <a:bodyPr/>
        <a:lstStyle/>
        <a:p>
          <a:endParaRPr lang="en-US"/>
        </a:p>
      </dgm:t>
    </dgm:pt>
    <dgm:pt modelId="{A1FC522C-1ACE-47FA-90C0-C9455A3038E5}" type="sibTrans" cxnId="{12A3A430-BCFB-4A9A-8C2A-1ED2EDC75AA0}">
      <dgm:prSet/>
      <dgm:spPr/>
      <dgm:t>
        <a:bodyPr/>
        <a:lstStyle/>
        <a:p>
          <a:endParaRPr lang="en-US"/>
        </a:p>
      </dgm:t>
    </dgm:pt>
    <dgm:pt modelId="{43C5834A-E124-4E4D-891D-E5A06CA03330}" type="pres">
      <dgm:prSet presAssocID="{6F7D72F9-88E3-49BA-855C-D142404F85B8}" presName="root" presStyleCnt="0">
        <dgm:presLayoutVars>
          <dgm:dir/>
          <dgm:resizeHandles val="exact"/>
        </dgm:presLayoutVars>
      </dgm:prSet>
      <dgm:spPr/>
    </dgm:pt>
    <dgm:pt modelId="{97DFBBEE-9418-4F07-9E3B-DC64041C9AC6}" type="pres">
      <dgm:prSet presAssocID="{F0A7B32E-720D-4AC0-940E-ED4D095F5243}" presName="compNode" presStyleCnt="0"/>
      <dgm:spPr/>
    </dgm:pt>
    <dgm:pt modelId="{36C53F76-A44A-4056-A216-E200CA4202E9}" type="pres">
      <dgm:prSet presAssocID="{F0A7B32E-720D-4AC0-940E-ED4D095F5243}" presName="bgRect" presStyleLbl="bgShp" presStyleIdx="0" presStyleCnt="4"/>
      <dgm:spPr/>
    </dgm:pt>
    <dgm:pt modelId="{EB6B3D89-CB04-4B88-B7A6-691842B2BCAA}" type="pres">
      <dgm:prSet presAssocID="{F0A7B32E-720D-4AC0-940E-ED4D095F524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991C5AB4-B8F1-4EC9-90F0-74C2E55D0A5E}" type="pres">
      <dgm:prSet presAssocID="{F0A7B32E-720D-4AC0-940E-ED4D095F5243}" presName="spaceRect" presStyleCnt="0"/>
      <dgm:spPr/>
    </dgm:pt>
    <dgm:pt modelId="{458B7B0D-D36B-42BC-ADC4-94C836413967}" type="pres">
      <dgm:prSet presAssocID="{F0A7B32E-720D-4AC0-940E-ED4D095F5243}" presName="parTx" presStyleLbl="revTx" presStyleIdx="0" presStyleCnt="4">
        <dgm:presLayoutVars>
          <dgm:chMax val="0"/>
          <dgm:chPref val="0"/>
        </dgm:presLayoutVars>
      </dgm:prSet>
      <dgm:spPr/>
    </dgm:pt>
    <dgm:pt modelId="{5DBDCEFB-0001-4BB0-B510-0DFFB5154FDC}" type="pres">
      <dgm:prSet presAssocID="{DEAEFFD6-3BD3-4DC0-BB60-B0EC56BBD494}" presName="sibTrans" presStyleCnt="0"/>
      <dgm:spPr/>
    </dgm:pt>
    <dgm:pt modelId="{4058B3FC-C0EB-4891-9311-F6979ECB319D}" type="pres">
      <dgm:prSet presAssocID="{8D72AD39-FFFF-4D02-8882-698CCFEC0717}" presName="compNode" presStyleCnt="0"/>
      <dgm:spPr/>
    </dgm:pt>
    <dgm:pt modelId="{60899AC7-E629-4429-8F3B-24EDDB2CC82A}" type="pres">
      <dgm:prSet presAssocID="{8D72AD39-FFFF-4D02-8882-698CCFEC0717}" presName="bgRect" presStyleLbl="bgShp" presStyleIdx="1" presStyleCnt="4"/>
      <dgm:spPr/>
    </dgm:pt>
    <dgm:pt modelId="{6A26FDED-A2C6-492C-A029-E761D1314D94}" type="pres">
      <dgm:prSet presAssocID="{8D72AD39-FFFF-4D02-8882-698CCFEC071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per"/>
        </a:ext>
      </dgm:extLst>
    </dgm:pt>
    <dgm:pt modelId="{6735391A-DE84-4B15-B92D-4CAB6AFD686C}" type="pres">
      <dgm:prSet presAssocID="{8D72AD39-FFFF-4D02-8882-698CCFEC0717}" presName="spaceRect" presStyleCnt="0"/>
      <dgm:spPr/>
    </dgm:pt>
    <dgm:pt modelId="{8F9EE564-1EB4-4FDC-8D06-6E48F954F20B}" type="pres">
      <dgm:prSet presAssocID="{8D72AD39-FFFF-4D02-8882-698CCFEC0717}" presName="parTx" presStyleLbl="revTx" presStyleIdx="1" presStyleCnt="4">
        <dgm:presLayoutVars>
          <dgm:chMax val="0"/>
          <dgm:chPref val="0"/>
        </dgm:presLayoutVars>
      </dgm:prSet>
      <dgm:spPr/>
    </dgm:pt>
    <dgm:pt modelId="{5607196C-FA04-4020-87A0-4C5A91A43607}" type="pres">
      <dgm:prSet presAssocID="{661C1677-CAC8-4DC4-9E91-84F45B56A1C3}" presName="sibTrans" presStyleCnt="0"/>
      <dgm:spPr/>
    </dgm:pt>
    <dgm:pt modelId="{FD563A6C-5E92-4853-B4B8-F8A2DD261307}" type="pres">
      <dgm:prSet presAssocID="{A17BC104-B01B-4910-954F-0736D28C6DE3}" presName="compNode" presStyleCnt="0"/>
      <dgm:spPr/>
    </dgm:pt>
    <dgm:pt modelId="{503BDEC8-918A-4823-9BA9-DE80E8677F9C}" type="pres">
      <dgm:prSet presAssocID="{A17BC104-B01B-4910-954F-0736D28C6DE3}" presName="bgRect" presStyleLbl="bgShp" presStyleIdx="2" presStyleCnt="4"/>
      <dgm:spPr/>
    </dgm:pt>
    <dgm:pt modelId="{76E33AA1-FA58-4B29-BB1D-E2A0B8D942C0}" type="pres">
      <dgm:prSet presAssocID="{A17BC104-B01B-4910-954F-0736D28C6DE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A81EF187-03AE-4B99-ABB0-82893E540D08}" type="pres">
      <dgm:prSet presAssocID="{A17BC104-B01B-4910-954F-0736D28C6DE3}" presName="spaceRect" presStyleCnt="0"/>
      <dgm:spPr/>
    </dgm:pt>
    <dgm:pt modelId="{3EAA622B-F94D-409F-885C-FF70CED2915C}" type="pres">
      <dgm:prSet presAssocID="{A17BC104-B01B-4910-954F-0736D28C6DE3}" presName="parTx" presStyleLbl="revTx" presStyleIdx="2" presStyleCnt="4">
        <dgm:presLayoutVars>
          <dgm:chMax val="0"/>
          <dgm:chPref val="0"/>
        </dgm:presLayoutVars>
      </dgm:prSet>
      <dgm:spPr/>
    </dgm:pt>
    <dgm:pt modelId="{A7ECA712-4DE4-4003-929E-B77DFA616212}" type="pres">
      <dgm:prSet presAssocID="{104726E7-429A-42AD-AF63-0B9B47D4883C}" presName="sibTrans" presStyleCnt="0"/>
      <dgm:spPr/>
    </dgm:pt>
    <dgm:pt modelId="{A04A7963-59CE-4322-9ADE-CEA60406ED6E}" type="pres">
      <dgm:prSet presAssocID="{BB57BB77-52A4-45E7-BAF9-3C3C06514F01}" presName="compNode" presStyleCnt="0"/>
      <dgm:spPr/>
    </dgm:pt>
    <dgm:pt modelId="{58CD81B2-8526-447E-8222-637CF2AB9326}" type="pres">
      <dgm:prSet presAssocID="{BB57BB77-52A4-45E7-BAF9-3C3C06514F01}" presName="bgRect" presStyleLbl="bgShp" presStyleIdx="3" presStyleCnt="4"/>
      <dgm:spPr/>
    </dgm:pt>
    <dgm:pt modelId="{32FCA45B-D493-44BF-BBA3-B66103EF2318}" type="pres">
      <dgm:prSet presAssocID="{BB57BB77-52A4-45E7-BAF9-3C3C06514F0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iefcase"/>
        </a:ext>
      </dgm:extLst>
    </dgm:pt>
    <dgm:pt modelId="{237D72C5-AB64-49E5-84B1-5A80DD063B34}" type="pres">
      <dgm:prSet presAssocID="{BB57BB77-52A4-45E7-BAF9-3C3C06514F01}" presName="spaceRect" presStyleCnt="0"/>
      <dgm:spPr/>
    </dgm:pt>
    <dgm:pt modelId="{6511F3AA-911F-4530-8CA5-E1358BD44D01}" type="pres">
      <dgm:prSet presAssocID="{BB57BB77-52A4-45E7-BAF9-3C3C06514F0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B766327-3A5F-45DD-8116-C9802F9A993E}" type="presOf" srcId="{F0A7B32E-720D-4AC0-940E-ED4D095F5243}" destId="{458B7B0D-D36B-42BC-ADC4-94C836413967}" srcOrd="0" destOrd="0" presId="urn:microsoft.com/office/officeart/2018/2/layout/IconVerticalSolidList"/>
    <dgm:cxn modelId="{12A3A430-BCFB-4A9A-8C2A-1ED2EDC75AA0}" srcId="{6F7D72F9-88E3-49BA-855C-D142404F85B8}" destId="{BB57BB77-52A4-45E7-BAF9-3C3C06514F01}" srcOrd="3" destOrd="0" parTransId="{BB723175-ABBA-477C-9AA0-782097CE0ED2}" sibTransId="{A1FC522C-1ACE-47FA-90C0-C9455A3038E5}"/>
    <dgm:cxn modelId="{BB48EE66-510C-4790-BA48-7CD4D8DFF6D9}" type="presOf" srcId="{8D72AD39-FFFF-4D02-8882-698CCFEC0717}" destId="{8F9EE564-1EB4-4FDC-8D06-6E48F954F20B}" srcOrd="0" destOrd="0" presId="urn:microsoft.com/office/officeart/2018/2/layout/IconVerticalSolidList"/>
    <dgm:cxn modelId="{F5EEF86B-63FC-44DA-9B67-521D015F4647}" srcId="{6F7D72F9-88E3-49BA-855C-D142404F85B8}" destId="{A17BC104-B01B-4910-954F-0736D28C6DE3}" srcOrd="2" destOrd="0" parTransId="{6E508E6C-5DD9-4F1F-9951-6E3742D03818}" sibTransId="{104726E7-429A-42AD-AF63-0B9B47D4883C}"/>
    <dgm:cxn modelId="{4D504471-CBF9-47EF-8FC6-CB46A103CFF3}" srcId="{6F7D72F9-88E3-49BA-855C-D142404F85B8}" destId="{F0A7B32E-720D-4AC0-940E-ED4D095F5243}" srcOrd="0" destOrd="0" parTransId="{B11AF87B-1607-403C-B5AD-F62CB2C4A5E7}" sibTransId="{DEAEFFD6-3BD3-4DC0-BB60-B0EC56BBD494}"/>
    <dgm:cxn modelId="{3B145FA4-1733-4239-9B6A-C3E20FCC61B8}" type="presOf" srcId="{A17BC104-B01B-4910-954F-0736D28C6DE3}" destId="{3EAA622B-F94D-409F-885C-FF70CED2915C}" srcOrd="0" destOrd="0" presId="urn:microsoft.com/office/officeart/2018/2/layout/IconVerticalSolidList"/>
    <dgm:cxn modelId="{EF4C4DB9-FBB6-41F1-8755-8F0FC22F9BEB}" srcId="{6F7D72F9-88E3-49BA-855C-D142404F85B8}" destId="{8D72AD39-FFFF-4D02-8882-698CCFEC0717}" srcOrd="1" destOrd="0" parTransId="{A7F78A9D-07B2-4AF6-B16E-1738BA3CAD08}" sibTransId="{661C1677-CAC8-4DC4-9E91-84F45B56A1C3}"/>
    <dgm:cxn modelId="{DB3E4CCB-0642-4F2D-91D9-3BD06CF325D1}" type="presOf" srcId="{BB57BB77-52A4-45E7-BAF9-3C3C06514F01}" destId="{6511F3AA-911F-4530-8CA5-E1358BD44D01}" srcOrd="0" destOrd="0" presId="urn:microsoft.com/office/officeart/2018/2/layout/IconVerticalSolidList"/>
    <dgm:cxn modelId="{6E1F73E3-347E-4A3A-B5A8-14283C2EFC26}" type="presOf" srcId="{6F7D72F9-88E3-49BA-855C-D142404F85B8}" destId="{43C5834A-E124-4E4D-891D-E5A06CA03330}" srcOrd="0" destOrd="0" presId="urn:microsoft.com/office/officeart/2018/2/layout/IconVerticalSolidList"/>
    <dgm:cxn modelId="{9A8392CD-F2BD-4A62-ABA5-DA9D3E8AE4AB}" type="presParOf" srcId="{43C5834A-E124-4E4D-891D-E5A06CA03330}" destId="{97DFBBEE-9418-4F07-9E3B-DC64041C9AC6}" srcOrd="0" destOrd="0" presId="urn:microsoft.com/office/officeart/2018/2/layout/IconVerticalSolidList"/>
    <dgm:cxn modelId="{AB2D7AB4-E1DD-4E34-8524-3D2FD63D1E28}" type="presParOf" srcId="{97DFBBEE-9418-4F07-9E3B-DC64041C9AC6}" destId="{36C53F76-A44A-4056-A216-E200CA4202E9}" srcOrd="0" destOrd="0" presId="urn:microsoft.com/office/officeart/2018/2/layout/IconVerticalSolidList"/>
    <dgm:cxn modelId="{EF4E2713-0947-4B9A-BC9A-C52688EB8C76}" type="presParOf" srcId="{97DFBBEE-9418-4F07-9E3B-DC64041C9AC6}" destId="{EB6B3D89-CB04-4B88-B7A6-691842B2BCAA}" srcOrd="1" destOrd="0" presId="urn:microsoft.com/office/officeart/2018/2/layout/IconVerticalSolidList"/>
    <dgm:cxn modelId="{EE4C3D9B-21AD-4833-804A-858632EBC3E4}" type="presParOf" srcId="{97DFBBEE-9418-4F07-9E3B-DC64041C9AC6}" destId="{991C5AB4-B8F1-4EC9-90F0-74C2E55D0A5E}" srcOrd="2" destOrd="0" presId="urn:microsoft.com/office/officeart/2018/2/layout/IconVerticalSolidList"/>
    <dgm:cxn modelId="{B34777DF-1B64-4EB9-B1F3-E7BFAC7EED19}" type="presParOf" srcId="{97DFBBEE-9418-4F07-9E3B-DC64041C9AC6}" destId="{458B7B0D-D36B-42BC-ADC4-94C836413967}" srcOrd="3" destOrd="0" presId="urn:microsoft.com/office/officeart/2018/2/layout/IconVerticalSolidList"/>
    <dgm:cxn modelId="{2FD81590-841F-4EC3-8842-FFCAE5B0C4C4}" type="presParOf" srcId="{43C5834A-E124-4E4D-891D-E5A06CA03330}" destId="{5DBDCEFB-0001-4BB0-B510-0DFFB5154FDC}" srcOrd="1" destOrd="0" presId="urn:microsoft.com/office/officeart/2018/2/layout/IconVerticalSolidList"/>
    <dgm:cxn modelId="{35C0939F-7A7B-4B2C-BB3C-98CDEF4D2BBB}" type="presParOf" srcId="{43C5834A-E124-4E4D-891D-E5A06CA03330}" destId="{4058B3FC-C0EB-4891-9311-F6979ECB319D}" srcOrd="2" destOrd="0" presId="urn:microsoft.com/office/officeart/2018/2/layout/IconVerticalSolidList"/>
    <dgm:cxn modelId="{AD225888-1323-43B3-86D7-5015430BD1B5}" type="presParOf" srcId="{4058B3FC-C0EB-4891-9311-F6979ECB319D}" destId="{60899AC7-E629-4429-8F3B-24EDDB2CC82A}" srcOrd="0" destOrd="0" presId="urn:microsoft.com/office/officeart/2018/2/layout/IconVerticalSolidList"/>
    <dgm:cxn modelId="{D24A66CB-9FAC-48FC-9EFD-17C80366AA7B}" type="presParOf" srcId="{4058B3FC-C0EB-4891-9311-F6979ECB319D}" destId="{6A26FDED-A2C6-492C-A029-E761D1314D94}" srcOrd="1" destOrd="0" presId="urn:microsoft.com/office/officeart/2018/2/layout/IconVerticalSolidList"/>
    <dgm:cxn modelId="{DEFD0C83-A122-4D30-847E-6BEEF68788BF}" type="presParOf" srcId="{4058B3FC-C0EB-4891-9311-F6979ECB319D}" destId="{6735391A-DE84-4B15-B92D-4CAB6AFD686C}" srcOrd="2" destOrd="0" presId="urn:microsoft.com/office/officeart/2018/2/layout/IconVerticalSolidList"/>
    <dgm:cxn modelId="{59D68C61-E0C1-44E4-BECE-7CBB24E4DD41}" type="presParOf" srcId="{4058B3FC-C0EB-4891-9311-F6979ECB319D}" destId="{8F9EE564-1EB4-4FDC-8D06-6E48F954F20B}" srcOrd="3" destOrd="0" presId="urn:microsoft.com/office/officeart/2018/2/layout/IconVerticalSolidList"/>
    <dgm:cxn modelId="{CAE23D00-1B8B-4DD5-BF36-FEEB06238075}" type="presParOf" srcId="{43C5834A-E124-4E4D-891D-E5A06CA03330}" destId="{5607196C-FA04-4020-87A0-4C5A91A43607}" srcOrd="3" destOrd="0" presId="urn:microsoft.com/office/officeart/2018/2/layout/IconVerticalSolidList"/>
    <dgm:cxn modelId="{D5BEDE4F-5427-413F-AFBD-18E1F455B403}" type="presParOf" srcId="{43C5834A-E124-4E4D-891D-E5A06CA03330}" destId="{FD563A6C-5E92-4853-B4B8-F8A2DD261307}" srcOrd="4" destOrd="0" presId="urn:microsoft.com/office/officeart/2018/2/layout/IconVerticalSolidList"/>
    <dgm:cxn modelId="{4E999C22-65D0-4B9D-9FC7-E637DCE8845D}" type="presParOf" srcId="{FD563A6C-5E92-4853-B4B8-F8A2DD261307}" destId="{503BDEC8-918A-4823-9BA9-DE80E8677F9C}" srcOrd="0" destOrd="0" presId="urn:microsoft.com/office/officeart/2018/2/layout/IconVerticalSolidList"/>
    <dgm:cxn modelId="{6CBE2B56-448B-478A-ADAF-7673072EA47A}" type="presParOf" srcId="{FD563A6C-5E92-4853-B4B8-F8A2DD261307}" destId="{76E33AA1-FA58-4B29-BB1D-E2A0B8D942C0}" srcOrd="1" destOrd="0" presId="urn:microsoft.com/office/officeart/2018/2/layout/IconVerticalSolidList"/>
    <dgm:cxn modelId="{6045625C-BF15-42A0-AF9D-30DCF46D1137}" type="presParOf" srcId="{FD563A6C-5E92-4853-B4B8-F8A2DD261307}" destId="{A81EF187-03AE-4B99-ABB0-82893E540D08}" srcOrd="2" destOrd="0" presId="urn:microsoft.com/office/officeart/2018/2/layout/IconVerticalSolidList"/>
    <dgm:cxn modelId="{8FDEAC5B-FAFB-4A9E-91C9-8E229BF8004B}" type="presParOf" srcId="{FD563A6C-5E92-4853-B4B8-F8A2DD261307}" destId="{3EAA622B-F94D-409F-885C-FF70CED2915C}" srcOrd="3" destOrd="0" presId="urn:microsoft.com/office/officeart/2018/2/layout/IconVerticalSolidList"/>
    <dgm:cxn modelId="{2856743C-898F-4F06-BC03-1777ECC11694}" type="presParOf" srcId="{43C5834A-E124-4E4D-891D-E5A06CA03330}" destId="{A7ECA712-4DE4-4003-929E-B77DFA616212}" srcOrd="5" destOrd="0" presId="urn:microsoft.com/office/officeart/2018/2/layout/IconVerticalSolidList"/>
    <dgm:cxn modelId="{F4258319-3A79-4944-AF72-5052264A1135}" type="presParOf" srcId="{43C5834A-E124-4E4D-891D-E5A06CA03330}" destId="{A04A7963-59CE-4322-9ADE-CEA60406ED6E}" srcOrd="6" destOrd="0" presId="urn:microsoft.com/office/officeart/2018/2/layout/IconVerticalSolidList"/>
    <dgm:cxn modelId="{0123846C-FA1E-4C8E-8287-410C9A22EEAF}" type="presParOf" srcId="{A04A7963-59CE-4322-9ADE-CEA60406ED6E}" destId="{58CD81B2-8526-447E-8222-637CF2AB9326}" srcOrd="0" destOrd="0" presId="urn:microsoft.com/office/officeart/2018/2/layout/IconVerticalSolidList"/>
    <dgm:cxn modelId="{1B7CFFD3-8F14-4E4B-A664-A6F318170DED}" type="presParOf" srcId="{A04A7963-59CE-4322-9ADE-CEA60406ED6E}" destId="{32FCA45B-D493-44BF-BBA3-B66103EF2318}" srcOrd="1" destOrd="0" presId="urn:microsoft.com/office/officeart/2018/2/layout/IconVerticalSolidList"/>
    <dgm:cxn modelId="{C1CC7259-6767-4621-BCDC-BF78FF1199DD}" type="presParOf" srcId="{A04A7963-59CE-4322-9ADE-CEA60406ED6E}" destId="{237D72C5-AB64-49E5-84B1-5A80DD063B34}" srcOrd="2" destOrd="0" presId="urn:microsoft.com/office/officeart/2018/2/layout/IconVerticalSolidList"/>
    <dgm:cxn modelId="{6CBCED2B-F27E-43A2-8567-0D2C0F208A9D}" type="presParOf" srcId="{A04A7963-59CE-4322-9ADE-CEA60406ED6E}" destId="{6511F3AA-911F-4530-8CA5-E1358BD44D0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50116FB-987D-4899-BE9B-23043E71C67D}" type="doc">
      <dgm:prSet loTypeId="urn:microsoft.com/office/officeart/2005/8/layout/vProcess5" loCatId="process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58158D59-A20F-45DF-91FC-9FFD91D0624E}">
      <dgm:prSet/>
      <dgm:spPr/>
      <dgm:t>
        <a:bodyPr/>
        <a:lstStyle/>
        <a:p>
          <a:r>
            <a:rPr lang="en-US" dirty="0"/>
            <a:t>Intersects Resume &amp; Job skills</a:t>
          </a:r>
        </a:p>
      </dgm:t>
    </dgm:pt>
    <dgm:pt modelId="{CABEF468-AE61-402C-A77E-08B5D3B0BDCF}" type="parTrans" cxnId="{101BC452-952C-4BEA-926C-B0AA6E0420AB}">
      <dgm:prSet/>
      <dgm:spPr/>
      <dgm:t>
        <a:bodyPr/>
        <a:lstStyle/>
        <a:p>
          <a:endParaRPr lang="en-US"/>
        </a:p>
      </dgm:t>
    </dgm:pt>
    <dgm:pt modelId="{1020E1D2-C442-41C8-837D-C885471DD44E}" type="sibTrans" cxnId="{101BC452-952C-4BEA-926C-B0AA6E0420AB}">
      <dgm:prSet/>
      <dgm:spPr/>
      <dgm:t>
        <a:bodyPr/>
        <a:lstStyle/>
        <a:p>
          <a:endParaRPr lang="en-US"/>
        </a:p>
      </dgm:t>
    </dgm:pt>
    <dgm:pt modelId="{8C24DF0A-5B36-4EE6-BEA3-BD8FDA53EC9C}">
      <dgm:prSet/>
      <dgm:spPr/>
      <dgm:t>
        <a:bodyPr/>
        <a:lstStyle/>
        <a:p>
          <a:r>
            <a:rPr lang="en-US" dirty="0"/>
            <a:t>Identifies matched and missing skills</a:t>
          </a:r>
        </a:p>
      </dgm:t>
    </dgm:pt>
    <dgm:pt modelId="{DB68E23F-EFAC-4530-B23A-307BA899D38A}" type="parTrans" cxnId="{1759E5CF-06FC-4EB1-B58E-4D3C85D51AFA}">
      <dgm:prSet/>
      <dgm:spPr/>
      <dgm:t>
        <a:bodyPr/>
        <a:lstStyle/>
        <a:p>
          <a:endParaRPr lang="en-US"/>
        </a:p>
      </dgm:t>
    </dgm:pt>
    <dgm:pt modelId="{424B31FA-0505-4C05-AE0B-74786E661033}" type="sibTrans" cxnId="{1759E5CF-06FC-4EB1-B58E-4D3C85D51AFA}">
      <dgm:prSet/>
      <dgm:spPr/>
      <dgm:t>
        <a:bodyPr/>
        <a:lstStyle/>
        <a:p>
          <a:endParaRPr lang="en-US"/>
        </a:p>
      </dgm:t>
    </dgm:pt>
    <dgm:pt modelId="{2CE3B1FA-CFF4-46D3-AD33-8C4E96D459CE}">
      <dgm:prSet/>
      <dgm:spPr/>
      <dgm:t>
        <a:bodyPr/>
        <a:lstStyle/>
        <a:p>
          <a:r>
            <a:rPr lang="en-US" dirty="0"/>
            <a:t>Calculates match % = matched / job skills</a:t>
          </a:r>
        </a:p>
      </dgm:t>
    </dgm:pt>
    <dgm:pt modelId="{2711752B-39F1-4CFC-BA46-6424B2B9903E}" type="parTrans" cxnId="{7092ED8E-E120-4BCB-8947-E0E4B539F660}">
      <dgm:prSet/>
      <dgm:spPr/>
      <dgm:t>
        <a:bodyPr/>
        <a:lstStyle/>
        <a:p>
          <a:endParaRPr lang="en-US"/>
        </a:p>
      </dgm:t>
    </dgm:pt>
    <dgm:pt modelId="{DDA472DF-6B83-4A2C-B04A-FC4F2CB9ACFD}" type="sibTrans" cxnId="{7092ED8E-E120-4BCB-8947-E0E4B539F660}">
      <dgm:prSet/>
      <dgm:spPr/>
      <dgm:t>
        <a:bodyPr/>
        <a:lstStyle/>
        <a:p>
          <a:endParaRPr lang="en-US"/>
        </a:p>
      </dgm:t>
    </dgm:pt>
    <dgm:pt modelId="{2D1E4CC3-9F33-483B-9280-1B77516C05BD}">
      <dgm:prSet/>
      <dgm:spPr/>
      <dgm:t>
        <a:bodyPr/>
        <a:lstStyle/>
        <a:p>
          <a:r>
            <a:rPr lang="en-US" dirty="0"/>
            <a:t>Displays bar graphs &amp; pie charts using </a:t>
          </a:r>
          <a:r>
            <a:rPr lang="en-US" dirty="0" err="1"/>
            <a:t>Plotly</a:t>
          </a:r>
          <a:endParaRPr lang="en-US" dirty="0"/>
        </a:p>
      </dgm:t>
    </dgm:pt>
    <dgm:pt modelId="{69357EB9-7879-48A7-8EA8-69A603CBC351}" type="parTrans" cxnId="{A5EF8D60-D3D5-4BCA-9A95-43A36446EC5A}">
      <dgm:prSet/>
      <dgm:spPr/>
      <dgm:t>
        <a:bodyPr/>
        <a:lstStyle/>
        <a:p>
          <a:endParaRPr lang="en-US"/>
        </a:p>
      </dgm:t>
    </dgm:pt>
    <dgm:pt modelId="{1B061139-9739-4C47-B786-E52F7C5FBD3C}" type="sibTrans" cxnId="{A5EF8D60-D3D5-4BCA-9A95-43A36446EC5A}">
      <dgm:prSet/>
      <dgm:spPr/>
      <dgm:t>
        <a:bodyPr/>
        <a:lstStyle/>
        <a:p>
          <a:endParaRPr lang="en-US"/>
        </a:p>
      </dgm:t>
    </dgm:pt>
    <dgm:pt modelId="{3AAB025C-76DB-4DE5-A4D7-7973096A0D04}" type="pres">
      <dgm:prSet presAssocID="{E50116FB-987D-4899-BE9B-23043E71C67D}" presName="outerComposite" presStyleCnt="0">
        <dgm:presLayoutVars>
          <dgm:chMax val="5"/>
          <dgm:dir/>
          <dgm:resizeHandles val="exact"/>
        </dgm:presLayoutVars>
      </dgm:prSet>
      <dgm:spPr/>
    </dgm:pt>
    <dgm:pt modelId="{2F810FA5-E8D6-4D08-91D0-C2E8583F77D6}" type="pres">
      <dgm:prSet presAssocID="{E50116FB-987D-4899-BE9B-23043E71C67D}" presName="dummyMaxCanvas" presStyleCnt="0">
        <dgm:presLayoutVars/>
      </dgm:prSet>
      <dgm:spPr/>
    </dgm:pt>
    <dgm:pt modelId="{71B3EA3C-F847-4A8D-B83E-DB37B3EFDD45}" type="pres">
      <dgm:prSet presAssocID="{E50116FB-987D-4899-BE9B-23043E71C67D}" presName="FourNodes_1" presStyleLbl="node1" presStyleIdx="0" presStyleCnt="4">
        <dgm:presLayoutVars>
          <dgm:bulletEnabled val="1"/>
        </dgm:presLayoutVars>
      </dgm:prSet>
      <dgm:spPr/>
    </dgm:pt>
    <dgm:pt modelId="{F695F232-2167-43C5-BA8A-BA81DAE0ADB5}" type="pres">
      <dgm:prSet presAssocID="{E50116FB-987D-4899-BE9B-23043E71C67D}" presName="FourNodes_2" presStyleLbl="node1" presStyleIdx="1" presStyleCnt="4">
        <dgm:presLayoutVars>
          <dgm:bulletEnabled val="1"/>
        </dgm:presLayoutVars>
      </dgm:prSet>
      <dgm:spPr/>
    </dgm:pt>
    <dgm:pt modelId="{0BD28A98-E658-4F9A-B07E-A73D14C5C90E}" type="pres">
      <dgm:prSet presAssocID="{E50116FB-987D-4899-BE9B-23043E71C67D}" presName="FourNodes_3" presStyleLbl="node1" presStyleIdx="2" presStyleCnt="4">
        <dgm:presLayoutVars>
          <dgm:bulletEnabled val="1"/>
        </dgm:presLayoutVars>
      </dgm:prSet>
      <dgm:spPr/>
    </dgm:pt>
    <dgm:pt modelId="{B0C790D9-A3B2-464E-BF8E-21BDB4825D5F}" type="pres">
      <dgm:prSet presAssocID="{E50116FB-987D-4899-BE9B-23043E71C67D}" presName="FourNodes_4" presStyleLbl="node1" presStyleIdx="3" presStyleCnt="4">
        <dgm:presLayoutVars>
          <dgm:bulletEnabled val="1"/>
        </dgm:presLayoutVars>
      </dgm:prSet>
      <dgm:spPr/>
    </dgm:pt>
    <dgm:pt modelId="{2F1FF67B-5E42-4B62-9FBC-11BDA77A7BE6}" type="pres">
      <dgm:prSet presAssocID="{E50116FB-987D-4899-BE9B-23043E71C67D}" presName="FourConn_1-2" presStyleLbl="fgAccFollowNode1" presStyleIdx="0" presStyleCnt="3">
        <dgm:presLayoutVars>
          <dgm:bulletEnabled val="1"/>
        </dgm:presLayoutVars>
      </dgm:prSet>
      <dgm:spPr/>
    </dgm:pt>
    <dgm:pt modelId="{A1B26E6A-7781-447A-926F-985572BDCB29}" type="pres">
      <dgm:prSet presAssocID="{E50116FB-987D-4899-BE9B-23043E71C67D}" presName="FourConn_2-3" presStyleLbl="fgAccFollowNode1" presStyleIdx="1" presStyleCnt="3">
        <dgm:presLayoutVars>
          <dgm:bulletEnabled val="1"/>
        </dgm:presLayoutVars>
      </dgm:prSet>
      <dgm:spPr/>
    </dgm:pt>
    <dgm:pt modelId="{7AA91485-9635-4D43-8EF0-F6AAF0B15C0A}" type="pres">
      <dgm:prSet presAssocID="{E50116FB-987D-4899-BE9B-23043E71C67D}" presName="FourConn_3-4" presStyleLbl="fgAccFollowNode1" presStyleIdx="2" presStyleCnt="3">
        <dgm:presLayoutVars>
          <dgm:bulletEnabled val="1"/>
        </dgm:presLayoutVars>
      </dgm:prSet>
      <dgm:spPr/>
    </dgm:pt>
    <dgm:pt modelId="{299FF1E5-07C7-47BD-AEAC-7E47C32110A9}" type="pres">
      <dgm:prSet presAssocID="{E50116FB-987D-4899-BE9B-23043E71C67D}" presName="FourNodes_1_text" presStyleLbl="node1" presStyleIdx="3" presStyleCnt="4">
        <dgm:presLayoutVars>
          <dgm:bulletEnabled val="1"/>
        </dgm:presLayoutVars>
      </dgm:prSet>
      <dgm:spPr/>
    </dgm:pt>
    <dgm:pt modelId="{842D5DDC-A04F-4FEE-9FD1-57409F8CD741}" type="pres">
      <dgm:prSet presAssocID="{E50116FB-987D-4899-BE9B-23043E71C67D}" presName="FourNodes_2_text" presStyleLbl="node1" presStyleIdx="3" presStyleCnt="4">
        <dgm:presLayoutVars>
          <dgm:bulletEnabled val="1"/>
        </dgm:presLayoutVars>
      </dgm:prSet>
      <dgm:spPr/>
    </dgm:pt>
    <dgm:pt modelId="{8E52D638-C176-4382-A971-01F39CA7869F}" type="pres">
      <dgm:prSet presAssocID="{E50116FB-987D-4899-BE9B-23043E71C67D}" presName="FourNodes_3_text" presStyleLbl="node1" presStyleIdx="3" presStyleCnt="4">
        <dgm:presLayoutVars>
          <dgm:bulletEnabled val="1"/>
        </dgm:presLayoutVars>
      </dgm:prSet>
      <dgm:spPr/>
    </dgm:pt>
    <dgm:pt modelId="{92DD6BDC-A663-401C-AA95-E36CEF58C1A9}" type="pres">
      <dgm:prSet presAssocID="{E50116FB-987D-4899-BE9B-23043E71C67D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77C7DA13-1151-4ED8-A8A1-EEACB168E968}" type="presOf" srcId="{2D1E4CC3-9F33-483B-9280-1B77516C05BD}" destId="{B0C790D9-A3B2-464E-BF8E-21BDB4825D5F}" srcOrd="0" destOrd="0" presId="urn:microsoft.com/office/officeart/2005/8/layout/vProcess5"/>
    <dgm:cxn modelId="{1BD19A2E-ED44-4FCA-8956-3D830082904F}" type="presOf" srcId="{2CE3B1FA-CFF4-46D3-AD33-8C4E96D459CE}" destId="{0BD28A98-E658-4F9A-B07E-A73D14C5C90E}" srcOrd="0" destOrd="0" presId="urn:microsoft.com/office/officeart/2005/8/layout/vProcess5"/>
    <dgm:cxn modelId="{A5EF8D60-D3D5-4BCA-9A95-43A36446EC5A}" srcId="{E50116FB-987D-4899-BE9B-23043E71C67D}" destId="{2D1E4CC3-9F33-483B-9280-1B77516C05BD}" srcOrd="3" destOrd="0" parTransId="{69357EB9-7879-48A7-8EA8-69A603CBC351}" sibTransId="{1B061139-9739-4C47-B786-E52F7C5FBD3C}"/>
    <dgm:cxn modelId="{D368116C-9724-4612-8A85-F92425A3207D}" type="presOf" srcId="{58158D59-A20F-45DF-91FC-9FFD91D0624E}" destId="{299FF1E5-07C7-47BD-AEAC-7E47C32110A9}" srcOrd="1" destOrd="0" presId="urn:microsoft.com/office/officeart/2005/8/layout/vProcess5"/>
    <dgm:cxn modelId="{101BC452-952C-4BEA-926C-B0AA6E0420AB}" srcId="{E50116FB-987D-4899-BE9B-23043E71C67D}" destId="{58158D59-A20F-45DF-91FC-9FFD91D0624E}" srcOrd="0" destOrd="0" parTransId="{CABEF468-AE61-402C-A77E-08B5D3B0BDCF}" sibTransId="{1020E1D2-C442-41C8-837D-C885471DD44E}"/>
    <dgm:cxn modelId="{A54C627A-5DEC-49C2-9B7A-AEA98BDDDF23}" type="presOf" srcId="{58158D59-A20F-45DF-91FC-9FFD91D0624E}" destId="{71B3EA3C-F847-4A8D-B83E-DB37B3EFDD45}" srcOrd="0" destOrd="0" presId="urn:microsoft.com/office/officeart/2005/8/layout/vProcess5"/>
    <dgm:cxn modelId="{293AC28B-E382-4715-8E69-5B3231A74CEE}" type="presOf" srcId="{424B31FA-0505-4C05-AE0B-74786E661033}" destId="{A1B26E6A-7781-447A-926F-985572BDCB29}" srcOrd="0" destOrd="0" presId="urn:microsoft.com/office/officeart/2005/8/layout/vProcess5"/>
    <dgm:cxn modelId="{7092ED8E-E120-4BCB-8947-E0E4B539F660}" srcId="{E50116FB-987D-4899-BE9B-23043E71C67D}" destId="{2CE3B1FA-CFF4-46D3-AD33-8C4E96D459CE}" srcOrd="2" destOrd="0" parTransId="{2711752B-39F1-4CFC-BA46-6424B2B9903E}" sibTransId="{DDA472DF-6B83-4A2C-B04A-FC4F2CB9ACFD}"/>
    <dgm:cxn modelId="{D196B797-97D8-4D7D-8D6F-56FDFF59E395}" type="presOf" srcId="{E50116FB-987D-4899-BE9B-23043E71C67D}" destId="{3AAB025C-76DB-4DE5-A4D7-7973096A0D04}" srcOrd="0" destOrd="0" presId="urn:microsoft.com/office/officeart/2005/8/layout/vProcess5"/>
    <dgm:cxn modelId="{5BE283B1-DC01-45CF-A75A-B769ABBE186B}" type="presOf" srcId="{DDA472DF-6B83-4A2C-B04A-FC4F2CB9ACFD}" destId="{7AA91485-9635-4D43-8EF0-F6AAF0B15C0A}" srcOrd="0" destOrd="0" presId="urn:microsoft.com/office/officeart/2005/8/layout/vProcess5"/>
    <dgm:cxn modelId="{27D80CB4-5840-41F2-A035-71EC8B3F0E2A}" type="presOf" srcId="{8C24DF0A-5B36-4EE6-BEA3-BD8FDA53EC9C}" destId="{F695F232-2167-43C5-BA8A-BA81DAE0ADB5}" srcOrd="0" destOrd="0" presId="urn:microsoft.com/office/officeart/2005/8/layout/vProcess5"/>
    <dgm:cxn modelId="{DC0F63C6-6BAF-4495-A65A-0E7AD1B4A983}" type="presOf" srcId="{2CE3B1FA-CFF4-46D3-AD33-8C4E96D459CE}" destId="{8E52D638-C176-4382-A971-01F39CA7869F}" srcOrd="1" destOrd="0" presId="urn:microsoft.com/office/officeart/2005/8/layout/vProcess5"/>
    <dgm:cxn modelId="{21C608CC-C166-490E-850B-CD09DE53DD61}" type="presOf" srcId="{8C24DF0A-5B36-4EE6-BEA3-BD8FDA53EC9C}" destId="{842D5DDC-A04F-4FEE-9FD1-57409F8CD741}" srcOrd="1" destOrd="0" presId="urn:microsoft.com/office/officeart/2005/8/layout/vProcess5"/>
    <dgm:cxn modelId="{1759E5CF-06FC-4EB1-B58E-4D3C85D51AFA}" srcId="{E50116FB-987D-4899-BE9B-23043E71C67D}" destId="{8C24DF0A-5B36-4EE6-BEA3-BD8FDA53EC9C}" srcOrd="1" destOrd="0" parTransId="{DB68E23F-EFAC-4530-B23A-307BA899D38A}" sibTransId="{424B31FA-0505-4C05-AE0B-74786E661033}"/>
    <dgm:cxn modelId="{839A73D5-DC07-44A6-8229-2C4317BFFE6B}" type="presOf" srcId="{2D1E4CC3-9F33-483B-9280-1B77516C05BD}" destId="{92DD6BDC-A663-401C-AA95-E36CEF58C1A9}" srcOrd="1" destOrd="0" presId="urn:microsoft.com/office/officeart/2005/8/layout/vProcess5"/>
    <dgm:cxn modelId="{2E0C18E8-7614-44A1-92D2-FCFF11E0D004}" type="presOf" srcId="{1020E1D2-C442-41C8-837D-C885471DD44E}" destId="{2F1FF67B-5E42-4B62-9FBC-11BDA77A7BE6}" srcOrd="0" destOrd="0" presId="urn:microsoft.com/office/officeart/2005/8/layout/vProcess5"/>
    <dgm:cxn modelId="{3AD97763-5F0C-4A97-9BD1-59A4D7101232}" type="presParOf" srcId="{3AAB025C-76DB-4DE5-A4D7-7973096A0D04}" destId="{2F810FA5-E8D6-4D08-91D0-C2E8583F77D6}" srcOrd="0" destOrd="0" presId="urn:microsoft.com/office/officeart/2005/8/layout/vProcess5"/>
    <dgm:cxn modelId="{1E653A4D-375B-49B2-A5A9-FE7A15054712}" type="presParOf" srcId="{3AAB025C-76DB-4DE5-A4D7-7973096A0D04}" destId="{71B3EA3C-F847-4A8D-B83E-DB37B3EFDD45}" srcOrd="1" destOrd="0" presId="urn:microsoft.com/office/officeart/2005/8/layout/vProcess5"/>
    <dgm:cxn modelId="{3DF22471-6B43-43B9-8C1C-50520F8F7AAE}" type="presParOf" srcId="{3AAB025C-76DB-4DE5-A4D7-7973096A0D04}" destId="{F695F232-2167-43C5-BA8A-BA81DAE0ADB5}" srcOrd="2" destOrd="0" presId="urn:microsoft.com/office/officeart/2005/8/layout/vProcess5"/>
    <dgm:cxn modelId="{57E87D44-DF0C-437D-90F7-ED52B80FF353}" type="presParOf" srcId="{3AAB025C-76DB-4DE5-A4D7-7973096A0D04}" destId="{0BD28A98-E658-4F9A-B07E-A73D14C5C90E}" srcOrd="3" destOrd="0" presId="urn:microsoft.com/office/officeart/2005/8/layout/vProcess5"/>
    <dgm:cxn modelId="{64FC2B0C-129E-4472-B7BE-13D921707488}" type="presParOf" srcId="{3AAB025C-76DB-4DE5-A4D7-7973096A0D04}" destId="{B0C790D9-A3B2-464E-BF8E-21BDB4825D5F}" srcOrd="4" destOrd="0" presId="urn:microsoft.com/office/officeart/2005/8/layout/vProcess5"/>
    <dgm:cxn modelId="{B9F46288-A2DB-47F3-BCF8-8019388F576E}" type="presParOf" srcId="{3AAB025C-76DB-4DE5-A4D7-7973096A0D04}" destId="{2F1FF67B-5E42-4B62-9FBC-11BDA77A7BE6}" srcOrd="5" destOrd="0" presId="urn:microsoft.com/office/officeart/2005/8/layout/vProcess5"/>
    <dgm:cxn modelId="{1168337F-ABDD-47F5-9291-269EE2CA696E}" type="presParOf" srcId="{3AAB025C-76DB-4DE5-A4D7-7973096A0D04}" destId="{A1B26E6A-7781-447A-926F-985572BDCB29}" srcOrd="6" destOrd="0" presId="urn:microsoft.com/office/officeart/2005/8/layout/vProcess5"/>
    <dgm:cxn modelId="{C10AC964-5F6A-45C1-B52F-11ACD0B085A0}" type="presParOf" srcId="{3AAB025C-76DB-4DE5-A4D7-7973096A0D04}" destId="{7AA91485-9635-4D43-8EF0-F6AAF0B15C0A}" srcOrd="7" destOrd="0" presId="urn:microsoft.com/office/officeart/2005/8/layout/vProcess5"/>
    <dgm:cxn modelId="{314A14BF-08AE-447B-A9F5-2D8BDE6FC379}" type="presParOf" srcId="{3AAB025C-76DB-4DE5-A4D7-7973096A0D04}" destId="{299FF1E5-07C7-47BD-AEAC-7E47C32110A9}" srcOrd="8" destOrd="0" presId="urn:microsoft.com/office/officeart/2005/8/layout/vProcess5"/>
    <dgm:cxn modelId="{EE559FEA-532B-4EB5-B59B-738E9E849FAD}" type="presParOf" srcId="{3AAB025C-76DB-4DE5-A4D7-7973096A0D04}" destId="{842D5DDC-A04F-4FEE-9FD1-57409F8CD741}" srcOrd="9" destOrd="0" presId="urn:microsoft.com/office/officeart/2005/8/layout/vProcess5"/>
    <dgm:cxn modelId="{9133192D-9F6C-42A0-A503-D372B5C3F7CC}" type="presParOf" srcId="{3AAB025C-76DB-4DE5-A4D7-7973096A0D04}" destId="{8E52D638-C176-4382-A971-01F39CA7869F}" srcOrd="10" destOrd="0" presId="urn:microsoft.com/office/officeart/2005/8/layout/vProcess5"/>
    <dgm:cxn modelId="{CB54FD82-C7AD-4C9F-B61C-6CD6B5B738A2}" type="presParOf" srcId="{3AAB025C-76DB-4DE5-A4D7-7973096A0D04}" destId="{92DD6BDC-A663-401C-AA95-E36CEF58C1A9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A7F4DE0-A1E3-4CF4-9982-D117F04F88F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FB7DE03-D014-48A9-8C08-4FCC0064195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Dataset lookup from Coursera &amp; Udemy CSV files</a:t>
          </a:r>
        </a:p>
      </dgm:t>
    </dgm:pt>
    <dgm:pt modelId="{7289B14D-C92F-4192-8664-7E1A39418EAC}" type="parTrans" cxnId="{45AB5878-4BDE-4870-8E3C-5AFDD9816CAB}">
      <dgm:prSet/>
      <dgm:spPr/>
      <dgm:t>
        <a:bodyPr/>
        <a:lstStyle/>
        <a:p>
          <a:endParaRPr lang="en-US"/>
        </a:p>
      </dgm:t>
    </dgm:pt>
    <dgm:pt modelId="{091E5CE6-6C36-4C89-B0D1-EA33A4BC5765}" type="sibTrans" cxnId="{45AB5878-4BDE-4870-8E3C-5AFDD9816CAB}">
      <dgm:prSet/>
      <dgm:spPr/>
      <dgm:t>
        <a:bodyPr/>
        <a:lstStyle/>
        <a:p>
          <a:endParaRPr lang="en-US"/>
        </a:p>
      </dgm:t>
    </dgm:pt>
    <dgm:pt modelId="{E1CC20CB-CC92-4909-B3F2-0A5DF40C517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Finds first matching course for each missing skill</a:t>
          </a:r>
        </a:p>
      </dgm:t>
    </dgm:pt>
    <dgm:pt modelId="{3FFB1557-98B8-4A98-BE8C-E04D76E47036}" type="parTrans" cxnId="{8E06711F-5F8D-45D6-872D-992DEA0BDB90}">
      <dgm:prSet/>
      <dgm:spPr/>
      <dgm:t>
        <a:bodyPr/>
        <a:lstStyle/>
        <a:p>
          <a:endParaRPr lang="en-US"/>
        </a:p>
      </dgm:t>
    </dgm:pt>
    <dgm:pt modelId="{A89DB817-3C16-4150-AB54-E1F269D2B1C1}" type="sibTrans" cxnId="{8E06711F-5F8D-45D6-872D-992DEA0BDB90}">
      <dgm:prSet/>
      <dgm:spPr/>
      <dgm:t>
        <a:bodyPr/>
        <a:lstStyle/>
        <a:p>
          <a:endParaRPr lang="en-US"/>
        </a:p>
      </dgm:t>
    </dgm:pt>
    <dgm:pt modelId="{57177F64-3579-4041-AB63-EE760B87C70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Generates links for user convenience</a:t>
          </a:r>
        </a:p>
      </dgm:t>
    </dgm:pt>
    <dgm:pt modelId="{F5EFBD9E-D4FD-4333-969D-36DD845B5E3C}" type="parTrans" cxnId="{DB802FB8-6D22-41F0-8748-95287768C0E7}">
      <dgm:prSet/>
      <dgm:spPr/>
      <dgm:t>
        <a:bodyPr/>
        <a:lstStyle/>
        <a:p>
          <a:endParaRPr lang="en-US"/>
        </a:p>
      </dgm:t>
    </dgm:pt>
    <dgm:pt modelId="{77040C27-9F90-427D-9CAC-F3C6914A0666}" type="sibTrans" cxnId="{DB802FB8-6D22-41F0-8748-95287768C0E7}">
      <dgm:prSet/>
      <dgm:spPr/>
      <dgm:t>
        <a:bodyPr/>
        <a:lstStyle/>
        <a:p>
          <a:endParaRPr lang="en-US"/>
        </a:p>
      </dgm:t>
    </dgm:pt>
    <dgm:pt modelId="{A24606C0-C535-489E-9609-67CD7D6C7FB6}" type="pres">
      <dgm:prSet presAssocID="{CA7F4DE0-A1E3-4CF4-9982-D117F04F88F1}" presName="root" presStyleCnt="0">
        <dgm:presLayoutVars>
          <dgm:dir/>
          <dgm:resizeHandles val="exact"/>
        </dgm:presLayoutVars>
      </dgm:prSet>
      <dgm:spPr/>
    </dgm:pt>
    <dgm:pt modelId="{2A41BD29-CE18-4C26-8D3E-32F7BDE4D451}" type="pres">
      <dgm:prSet presAssocID="{FFB7DE03-D014-48A9-8C08-4FCC00641959}" presName="compNode" presStyleCnt="0"/>
      <dgm:spPr/>
    </dgm:pt>
    <dgm:pt modelId="{6711DD80-2DEC-4D4B-A747-A177E66E5A60}" type="pres">
      <dgm:prSet presAssocID="{FFB7DE03-D014-48A9-8C08-4FCC00641959}" presName="bgRect" presStyleLbl="bgShp" presStyleIdx="0" presStyleCnt="3"/>
      <dgm:spPr/>
    </dgm:pt>
    <dgm:pt modelId="{AB96FF9A-BFEA-4F9F-8869-55ECBF921A2E}" type="pres">
      <dgm:prSet presAssocID="{FFB7DE03-D014-48A9-8C08-4FCC0064195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B404745-55D3-46D9-BD75-74B98818516B}" type="pres">
      <dgm:prSet presAssocID="{FFB7DE03-D014-48A9-8C08-4FCC00641959}" presName="spaceRect" presStyleCnt="0"/>
      <dgm:spPr/>
    </dgm:pt>
    <dgm:pt modelId="{DAD2375A-600F-4B51-BFF9-CB0060DF3CE1}" type="pres">
      <dgm:prSet presAssocID="{FFB7DE03-D014-48A9-8C08-4FCC00641959}" presName="parTx" presStyleLbl="revTx" presStyleIdx="0" presStyleCnt="3">
        <dgm:presLayoutVars>
          <dgm:chMax val="0"/>
          <dgm:chPref val="0"/>
        </dgm:presLayoutVars>
      </dgm:prSet>
      <dgm:spPr/>
    </dgm:pt>
    <dgm:pt modelId="{C8A32BAA-9814-4FC1-9584-3BBD7ACB6479}" type="pres">
      <dgm:prSet presAssocID="{091E5CE6-6C36-4C89-B0D1-EA33A4BC5765}" presName="sibTrans" presStyleCnt="0"/>
      <dgm:spPr/>
    </dgm:pt>
    <dgm:pt modelId="{C899786D-B26C-4B6F-8C0D-9E892FBF0357}" type="pres">
      <dgm:prSet presAssocID="{E1CC20CB-CC92-4909-B3F2-0A5DF40C517D}" presName="compNode" presStyleCnt="0"/>
      <dgm:spPr/>
    </dgm:pt>
    <dgm:pt modelId="{A8269E19-1A37-4EBD-9223-AA2BF1B8E0E0}" type="pres">
      <dgm:prSet presAssocID="{E1CC20CB-CC92-4909-B3F2-0A5DF40C517D}" presName="bgRect" presStyleLbl="bgShp" presStyleIdx="1" presStyleCnt="3"/>
      <dgm:spPr/>
    </dgm:pt>
    <dgm:pt modelId="{27C1D4E0-4E83-4436-A169-E24498A59C99}" type="pres">
      <dgm:prSet presAssocID="{E1CC20CB-CC92-4909-B3F2-0A5DF40C517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6E041B25-DD7C-4DE7-8306-A5C870F8097F}" type="pres">
      <dgm:prSet presAssocID="{E1CC20CB-CC92-4909-B3F2-0A5DF40C517D}" presName="spaceRect" presStyleCnt="0"/>
      <dgm:spPr/>
    </dgm:pt>
    <dgm:pt modelId="{70DC1CC8-98FD-4033-B716-9AC0535CDD19}" type="pres">
      <dgm:prSet presAssocID="{E1CC20CB-CC92-4909-B3F2-0A5DF40C517D}" presName="parTx" presStyleLbl="revTx" presStyleIdx="1" presStyleCnt="3">
        <dgm:presLayoutVars>
          <dgm:chMax val="0"/>
          <dgm:chPref val="0"/>
        </dgm:presLayoutVars>
      </dgm:prSet>
      <dgm:spPr/>
    </dgm:pt>
    <dgm:pt modelId="{D082146D-AD5A-4940-8EF5-59E14F8D0E90}" type="pres">
      <dgm:prSet presAssocID="{A89DB817-3C16-4150-AB54-E1F269D2B1C1}" presName="sibTrans" presStyleCnt="0"/>
      <dgm:spPr/>
    </dgm:pt>
    <dgm:pt modelId="{91B32C35-20A7-408C-B462-8640D436030E}" type="pres">
      <dgm:prSet presAssocID="{57177F64-3579-4041-AB63-EE760B87C70C}" presName="compNode" presStyleCnt="0"/>
      <dgm:spPr/>
    </dgm:pt>
    <dgm:pt modelId="{99C7A38C-1334-4A11-81E9-3FE5F228A06D}" type="pres">
      <dgm:prSet presAssocID="{57177F64-3579-4041-AB63-EE760B87C70C}" presName="bgRect" presStyleLbl="bgShp" presStyleIdx="2" presStyleCnt="3"/>
      <dgm:spPr/>
    </dgm:pt>
    <dgm:pt modelId="{3EDFC213-5216-4C33-9D10-268A96EB33E1}" type="pres">
      <dgm:prSet presAssocID="{57177F64-3579-4041-AB63-EE760B87C70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nk"/>
        </a:ext>
      </dgm:extLst>
    </dgm:pt>
    <dgm:pt modelId="{99BD1730-0288-4599-AB48-B03D5EAA547B}" type="pres">
      <dgm:prSet presAssocID="{57177F64-3579-4041-AB63-EE760B87C70C}" presName="spaceRect" presStyleCnt="0"/>
      <dgm:spPr/>
    </dgm:pt>
    <dgm:pt modelId="{E2F7E542-EC88-4060-8376-E2EDA0673E37}" type="pres">
      <dgm:prSet presAssocID="{57177F64-3579-4041-AB63-EE760B87C70C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AD9DC0C-0FD9-41BD-B02F-307694533AAB}" type="presOf" srcId="{CA7F4DE0-A1E3-4CF4-9982-D117F04F88F1}" destId="{A24606C0-C535-489E-9609-67CD7D6C7FB6}" srcOrd="0" destOrd="0" presId="urn:microsoft.com/office/officeart/2018/2/layout/IconVerticalSolidList"/>
    <dgm:cxn modelId="{EF59FC16-444A-499A-AA2C-7C5247EB37F6}" type="presOf" srcId="{FFB7DE03-D014-48A9-8C08-4FCC00641959}" destId="{DAD2375A-600F-4B51-BFF9-CB0060DF3CE1}" srcOrd="0" destOrd="0" presId="urn:microsoft.com/office/officeart/2018/2/layout/IconVerticalSolidList"/>
    <dgm:cxn modelId="{8E06711F-5F8D-45D6-872D-992DEA0BDB90}" srcId="{CA7F4DE0-A1E3-4CF4-9982-D117F04F88F1}" destId="{E1CC20CB-CC92-4909-B3F2-0A5DF40C517D}" srcOrd="1" destOrd="0" parTransId="{3FFB1557-98B8-4A98-BE8C-E04D76E47036}" sibTransId="{A89DB817-3C16-4150-AB54-E1F269D2B1C1}"/>
    <dgm:cxn modelId="{45AB5878-4BDE-4870-8E3C-5AFDD9816CAB}" srcId="{CA7F4DE0-A1E3-4CF4-9982-D117F04F88F1}" destId="{FFB7DE03-D014-48A9-8C08-4FCC00641959}" srcOrd="0" destOrd="0" parTransId="{7289B14D-C92F-4192-8664-7E1A39418EAC}" sibTransId="{091E5CE6-6C36-4C89-B0D1-EA33A4BC5765}"/>
    <dgm:cxn modelId="{8C2D9659-45AB-4A80-AD0E-70D567838CC5}" type="presOf" srcId="{E1CC20CB-CC92-4909-B3F2-0A5DF40C517D}" destId="{70DC1CC8-98FD-4033-B716-9AC0535CDD19}" srcOrd="0" destOrd="0" presId="urn:microsoft.com/office/officeart/2018/2/layout/IconVerticalSolidList"/>
    <dgm:cxn modelId="{DB802FB8-6D22-41F0-8748-95287768C0E7}" srcId="{CA7F4DE0-A1E3-4CF4-9982-D117F04F88F1}" destId="{57177F64-3579-4041-AB63-EE760B87C70C}" srcOrd="2" destOrd="0" parTransId="{F5EFBD9E-D4FD-4333-969D-36DD845B5E3C}" sibTransId="{77040C27-9F90-427D-9CAC-F3C6914A0666}"/>
    <dgm:cxn modelId="{5A9821FF-314B-499B-A6D7-D9D45B7F8EF7}" type="presOf" srcId="{57177F64-3579-4041-AB63-EE760B87C70C}" destId="{E2F7E542-EC88-4060-8376-E2EDA0673E37}" srcOrd="0" destOrd="0" presId="urn:microsoft.com/office/officeart/2018/2/layout/IconVerticalSolidList"/>
    <dgm:cxn modelId="{13EB8BD1-33E6-471D-B85C-615B0A16F971}" type="presParOf" srcId="{A24606C0-C535-489E-9609-67CD7D6C7FB6}" destId="{2A41BD29-CE18-4C26-8D3E-32F7BDE4D451}" srcOrd="0" destOrd="0" presId="urn:microsoft.com/office/officeart/2018/2/layout/IconVerticalSolidList"/>
    <dgm:cxn modelId="{AA64450A-3C4B-45B4-99D4-FDB5A72FE2E2}" type="presParOf" srcId="{2A41BD29-CE18-4C26-8D3E-32F7BDE4D451}" destId="{6711DD80-2DEC-4D4B-A747-A177E66E5A60}" srcOrd="0" destOrd="0" presId="urn:microsoft.com/office/officeart/2018/2/layout/IconVerticalSolidList"/>
    <dgm:cxn modelId="{38CAEF4F-8139-4E0F-A717-1E976DF43C08}" type="presParOf" srcId="{2A41BD29-CE18-4C26-8D3E-32F7BDE4D451}" destId="{AB96FF9A-BFEA-4F9F-8869-55ECBF921A2E}" srcOrd="1" destOrd="0" presId="urn:microsoft.com/office/officeart/2018/2/layout/IconVerticalSolidList"/>
    <dgm:cxn modelId="{ADF59253-B2B8-4AE1-9880-0D9801C19A7F}" type="presParOf" srcId="{2A41BD29-CE18-4C26-8D3E-32F7BDE4D451}" destId="{5B404745-55D3-46D9-BD75-74B98818516B}" srcOrd="2" destOrd="0" presId="urn:microsoft.com/office/officeart/2018/2/layout/IconVerticalSolidList"/>
    <dgm:cxn modelId="{407FFA7F-7521-465F-B2B9-30648401EA70}" type="presParOf" srcId="{2A41BD29-CE18-4C26-8D3E-32F7BDE4D451}" destId="{DAD2375A-600F-4B51-BFF9-CB0060DF3CE1}" srcOrd="3" destOrd="0" presId="urn:microsoft.com/office/officeart/2018/2/layout/IconVerticalSolidList"/>
    <dgm:cxn modelId="{9F8BAE37-00DF-4688-BD35-293A91C43658}" type="presParOf" srcId="{A24606C0-C535-489E-9609-67CD7D6C7FB6}" destId="{C8A32BAA-9814-4FC1-9584-3BBD7ACB6479}" srcOrd="1" destOrd="0" presId="urn:microsoft.com/office/officeart/2018/2/layout/IconVerticalSolidList"/>
    <dgm:cxn modelId="{BE998FDF-51B7-438F-AF7B-0CD2FAB5E196}" type="presParOf" srcId="{A24606C0-C535-489E-9609-67CD7D6C7FB6}" destId="{C899786D-B26C-4B6F-8C0D-9E892FBF0357}" srcOrd="2" destOrd="0" presId="urn:microsoft.com/office/officeart/2018/2/layout/IconVerticalSolidList"/>
    <dgm:cxn modelId="{87B29EC9-7884-421C-B5B5-EFD7C1AFBE9D}" type="presParOf" srcId="{C899786D-B26C-4B6F-8C0D-9E892FBF0357}" destId="{A8269E19-1A37-4EBD-9223-AA2BF1B8E0E0}" srcOrd="0" destOrd="0" presId="urn:microsoft.com/office/officeart/2018/2/layout/IconVerticalSolidList"/>
    <dgm:cxn modelId="{E75C058C-5CDB-475E-A368-F3CB1CB38075}" type="presParOf" srcId="{C899786D-B26C-4B6F-8C0D-9E892FBF0357}" destId="{27C1D4E0-4E83-4436-A169-E24498A59C99}" srcOrd="1" destOrd="0" presId="urn:microsoft.com/office/officeart/2018/2/layout/IconVerticalSolidList"/>
    <dgm:cxn modelId="{43049787-29DC-49FC-91E7-E3B4A6AC928A}" type="presParOf" srcId="{C899786D-B26C-4B6F-8C0D-9E892FBF0357}" destId="{6E041B25-DD7C-4DE7-8306-A5C870F8097F}" srcOrd="2" destOrd="0" presId="urn:microsoft.com/office/officeart/2018/2/layout/IconVerticalSolidList"/>
    <dgm:cxn modelId="{740C979E-7336-4618-BB5F-1F79FB5925E0}" type="presParOf" srcId="{C899786D-B26C-4B6F-8C0D-9E892FBF0357}" destId="{70DC1CC8-98FD-4033-B716-9AC0535CDD19}" srcOrd="3" destOrd="0" presId="urn:microsoft.com/office/officeart/2018/2/layout/IconVerticalSolidList"/>
    <dgm:cxn modelId="{4BFC37EB-BECF-45F4-88FA-875801634758}" type="presParOf" srcId="{A24606C0-C535-489E-9609-67CD7D6C7FB6}" destId="{D082146D-AD5A-4940-8EF5-59E14F8D0E90}" srcOrd="3" destOrd="0" presId="urn:microsoft.com/office/officeart/2018/2/layout/IconVerticalSolidList"/>
    <dgm:cxn modelId="{12545EE3-B59E-4022-9F71-7C1EBBD762B5}" type="presParOf" srcId="{A24606C0-C535-489E-9609-67CD7D6C7FB6}" destId="{91B32C35-20A7-408C-B462-8640D436030E}" srcOrd="4" destOrd="0" presId="urn:microsoft.com/office/officeart/2018/2/layout/IconVerticalSolidList"/>
    <dgm:cxn modelId="{22323379-E5CB-4A63-840C-065A017EABE0}" type="presParOf" srcId="{91B32C35-20A7-408C-B462-8640D436030E}" destId="{99C7A38C-1334-4A11-81E9-3FE5F228A06D}" srcOrd="0" destOrd="0" presId="urn:microsoft.com/office/officeart/2018/2/layout/IconVerticalSolidList"/>
    <dgm:cxn modelId="{D9FBF98B-533A-4043-AB9F-18DDC3FC0808}" type="presParOf" srcId="{91B32C35-20A7-408C-B462-8640D436030E}" destId="{3EDFC213-5216-4C33-9D10-268A96EB33E1}" srcOrd="1" destOrd="0" presId="urn:microsoft.com/office/officeart/2018/2/layout/IconVerticalSolidList"/>
    <dgm:cxn modelId="{DAC01523-F65C-432D-AC55-8BFF94C59E35}" type="presParOf" srcId="{91B32C35-20A7-408C-B462-8640D436030E}" destId="{99BD1730-0288-4599-AB48-B03D5EAA547B}" srcOrd="2" destOrd="0" presId="urn:microsoft.com/office/officeart/2018/2/layout/IconVerticalSolidList"/>
    <dgm:cxn modelId="{67A14B42-2555-4DC9-A29E-7BEADE514A0F}" type="presParOf" srcId="{91B32C35-20A7-408C-B462-8640D436030E}" destId="{E2F7E542-EC88-4060-8376-E2EDA0673E3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4168B66-52CF-469A-B4C6-B553F97A5EDF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64C56D5-2F4A-4C1E-8E77-D1B4437A672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Saves each session’s match result</a:t>
          </a:r>
        </a:p>
      </dgm:t>
    </dgm:pt>
    <dgm:pt modelId="{155EB2B8-889C-4A67-98E0-74469F4E367D}" type="parTrans" cxnId="{98457396-2507-442D-AB5D-65D49112BCB5}">
      <dgm:prSet/>
      <dgm:spPr/>
      <dgm:t>
        <a:bodyPr/>
        <a:lstStyle/>
        <a:p>
          <a:endParaRPr lang="en-US"/>
        </a:p>
      </dgm:t>
    </dgm:pt>
    <dgm:pt modelId="{BAAE6056-DABC-4295-A110-324455132065}" type="sibTrans" cxnId="{98457396-2507-442D-AB5D-65D49112BCB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7E210F3-1DDF-42EA-A7E8-2E5E1181993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Shows past timestamps &amp; matches in sidebar</a:t>
          </a:r>
        </a:p>
      </dgm:t>
    </dgm:pt>
    <dgm:pt modelId="{00B059B8-DFCB-4F48-B5C9-B8BED788CE2D}" type="parTrans" cxnId="{7700AA20-FBAB-460E-A369-6559B6068547}">
      <dgm:prSet/>
      <dgm:spPr/>
      <dgm:t>
        <a:bodyPr/>
        <a:lstStyle/>
        <a:p>
          <a:endParaRPr lang="en-US"/>
        </a:p>
      </dgm:t>
    </dgm:pt>
    <dgm:pt modelId="{39CB4F9F-6A28-41C0-8FDB-3C41ED129A96}" type="sibTrans" cxnId="{7700AA20-FBAB-460E-A369-6559B606854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026E515-80DD-4556-894F-BA08445C4FC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Stores file name of generated PDF</a:t>
          </a:r>
        </a:p>
      </dgm:t>
    </dgm:pt>
    <dgm:pt modelId="{05263CC6-6FC8-4B89-A7C1-8112332C2CEC}" type="parTrans" cxnId="{A0A2C988-2A9A-4929-97F2-A7515F603842}">
      <dgm:prSet/>
      <dgm:spPr/>
      <dgm:t>
        <a:bodyPr/>
        <a:lstStyle/>
        <a:p>
          <a:endParaRPr lang="en-US"/>
        </a:p>
      </dgm:t>
    </dgm:pt>
    <dgm:pt modelId="{FCB87BC9-1D62-418A-87F1-1002E9947839}" type="sibTrans" cxnId="{A0A2C988-2A9A-4929-97F2-A7515F60384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D3654E2-52F2-45F0-9F30-B0AE127C76B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Can clear entire history</a:t>
          </a:r>
        </a:p>
      </dgm:t>
    </dgm:pt>
    <dgm:pt modelId="{F168F457-FF92-4964-9E6E-DE701977E568}" type="parTrans" cxnId="{5D3E7C1F-488D-4C37-B7E3-44B12346E2D1}">
      <dgm:prSet/>
      <dgm:spPr/>
      <dgm:t>
        <a:bodyPr/>
        <a:lstStyle/>
        <a:p>
          <a:endParaRPr lang="en-US"/>
        </a:p>
      </dgm:t>
    </dgm:pt>
    <dgm:pt modelId="{D4504086-8A7F-47A6-99CE-F6F36F5B1A82}" type="sibTrans" cxnId="{5D3E7C1F-488D-4C37-B7E3-44B12346E2D1}">
      <dgm:prSet/>
      <dgm:spPr/>
      <dgm:t>
        <a:bodyPr/>
        <a:lstStyle/>
        <a:p>
          <a:endParaRPr lang="en-US"/>
        </a:p>
      </dgm:t>
    </dgm:pt>
    <dgm:pt modelId="{6D7F8DAD-F374-404A-8B3C-D815F270CE7F}" type="pres">
      <dgm:prSet presAssocID="{E4168B66-52CF-469A-B4C6-B553F97A5EDF}" presName="root" presStyleCnt="0">
        <dgm:presLayoutVars>
          <dgm:dir/>
          <dgm:resizeHandles val="exact"/>
        </dgm:presLayoutVars>
      </dgm:prSet>
      <dgm:spPr/>
    </dgm:pt>
    <dgm:pt modelId="{6F45D508-64A8-405A-9EA3-5F52F6E2D777}" type="pres">
      <dgm:prSet presAssocID="{E4168B66-52CF-469A-B4C6-B553F97A5EDF}" presName="container" presStyleCnt="0">
        <dgm:presLayoutVars>
          <dgm:dir/>
          <dgm:resizeHandles val="exact"/>
        </dgm:presLayoutVars>
      </dgm:prSet>
      <dgm:spPr/>
    </dgm:pt>
    <dgm:pt modelId="{4BCD85C9-34EE-40CE-B20C-BDDD030958C3}" type="pres">
      <dgm:prSet presAssocID="{064C56D5-2F4A-4C1E-8E77-D1B4437A672D}" presName="compNode" presStyleCnt="0"/>
      <dgm:spPr/>
    </dgm:pt>
    <dgm:pt modelId="{C9FFCAC1-36F6-4D75-8870-C4837B20EB5A}" type="pres">
      <dgm:prSet presAssocID="{064C56D5-2F4A-4C1E-8E77-D1B4437A672D}" presName="iconBgRect" presStyleLbl="bgShp" presStyleIdx="0" presStyleCnt="4"/>
      <dgm:spPr/>
    </dgm:pt>
    <dgm:pt modelId="{C60E8192-00BB-4473-A8F7-40F73A37620F}" type="pres">
      <dgm:prSet presAssocID="{064C56D5-2F4A-4C1E-8E77-D1B4437A672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D4A4DE6D-2C07-4A01-8BD5-B5974E89FC3D}" type="pres">
      <dgm:prSet presAssocID="{064C56D5-2F4A-4C1E-8E77-D1B4437A672D}" presName="spaceRect" presStyleCnt="0"/>
      <dgm:spPr/>
    </dgm:pt>
    <dgm:pt modelId="{C67F8DDE-430E-46E6-9255-9B052E860B84}" type="pres">
      <dgm:prSet presAssocID="{064C56D5-2F4A-4C1E-8E77-D1B4437A672D}" presName="textRect" presStyleLbl="revTx" presStyleIdx="0" presStyleCnt="4">
        <dgm:presLayoutVars>
          <dgm:chMax val="1"/>
          <dgm:chPref val="1"/>
        </dgm:presLayoutVars>
      </dgm:prSet>
      <dgm:spPr/>
    </dgm:pt>
    <dgm:pt modelId="{3D830295-F79C-48DF-9A46-E5320CD916C8}" type="pres">
      <dgm:prSet presAssocID="{BAAE6056-DABC-4295-A110-324455132065}" presName="sibTrans" presStyleLbl="sibTrans2D1" presStyleIdx="0" presStyleCnt="0"/>
      <dgm:spPr/>
    </dgm:pt>
    <dgm:pt modelId="{E974C077-C17E-40DA-8B75-740CEAC2CE59}" type="pres">
      <dgm:prSet presAssocID="{F7E210F3-1DDF-42EA-A7E8-2E5E11819937}" presName="compNode" presStyleCnt="0"/>
      <dgm:spPr/>
    </dgm:pt>
    <dgm:pt modelId="{6CF56A94-2AE4-4A30-B08F-80B33A846B6A}" type="pres">
      <dgm:prSet presAssocID="{F7E210F3-1DDF-42EA-A7E8-2E5E11819937}" presName="iconBgRect" presStyleLbl="bgShp" presStyleIdx="1" presStyleCnt="4"/>
      <dgm:spPr/>
    </dgm:pt>
    <dgm:pt modelId="{36C11AC3-0BA9-44F2-B6DE-588F1518DE61}" type="pres">
      <dgm:prSet presAssocID="{F7E210F3-1DDF-42EA-A7E8-2E5E1181993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urglass"/>
        </a:ext>
      </dgm:extLst>
    </dgm:pt>
    <dgm:pt modelId="{896BB2FB-FFBE-4301-AF52-67EB6FD70FAD}" type="pres">
      <dgm:prSet presAssocID="{F7E210F3-1DDF-42EA-A7E8-2E5E11819937}" presName="spaceRect" presStyleCnt="0"/>
      <dgm:spPr/>
    </dgm:pt>
    <dgm:pt modelId="{4B848911-0894-4C7A-8AC8-B912FF606A2B}" type="pres">
      <dgm:prSet presAssocID="{F7E210F3-1DDF-42EA-A7E8-2E5E11819937}" presName="textRect" presStyleLbl="revTx" presStyleIdx="1" presStyleCnt="4">
        <dgm:presLayoutVars>
          <dgm:chMax val="1"/>
          <dgm:chPref val="1"/>
        </dgm:presLayoutVars>
      </dgm:prSet>
      <dgm:spPr/>
    </dgm:pt>
    <dgm:pt modelId="{9C82DBF4-232C-466E-BB08-4D99D50F9E52}" type="pres">
      <dgm:prSet presAssocID="{39CB4F9F-6A28-41C0-8FDB-3C41ED129A96}" presName="sibTrans" presStyleLbl="sibTrans2D1" presStyleIdx="0" presStyleCnt="0"/>
      <dgm:spPr/>
    </dgm:pt>
    <dgm:pt modelId="{42A989BA-9A28-44A7-88EF-1BABA260B4A4}" type="pres">
      <dgm:prSet presAssocID="{6026E515-80DD-4556-894F-BA08445C4FC0}" presName="compNode" presStyleCnt="0"/>
      <dgm:spPr/>
    </dgm:pt>
    <dgm:pt modelId="{1EC4C199-CCC2-4F24-8BE6-AAEE2FE3B6A2}" type="pres">
      <dgm:prSet presAssocID="{6026E515-80DD-4556-894F-BA08445C4FC0}" presName="iconBgRect" presStyleLbl="bgShp" presStyleIdx="2" presStyleCnt="4"/>
      <dgm:spPr/>
    </dgm:pt>
    <dgm:pt modelId="{00956867-CA3D-4D96-AEA7-266661AABD43}" type="pres">
      <dgm:prSet presAssocID="{6026E515-80DD-4556-894F-BA08445C4FC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B1CAF9D1-78B6-46DB-9976-E85B24BD0540}" type="pres">
      <dgm:prSet presAssocID="{6026E515-80DD-4556-894F-BA08445C4FC0}" presName="spaceRect" presStyleCnt="0"/>
      <dgm:spPr/>
    </dgm:pt>
    <dgm:pt modelId="{D5A0DFDE-4E81-4151-BA69-D92FF7110326}" type="pres">
      <dgm:prSet presAssocID="{6026E515-80DD-4556-894F-BA08445C4FC0}" presName="textRect" presStyleLbl="revTx" presStyleIdx="2" presStyleCnt="4">
        <dgm:presLayoutVars>
          <dgm:chMax val="1"/>
          <dgm:chPref val="1"/>
        </dgm:presLayoutVars>
      </dgm:prSet>
      <dgm:spPr/>
    </dgm:pt>
    <dgm:pt modelId="{EFC68502-9697-4F8E-BF88-2CFBE9DCA625}" type="pres">
      <dgm:prSet presAssocID="{FCB87BC9-1D62-418A-87F1-1002E9947839}" presName="sibTrans" presStyleLbl="sibTrans2D1" presStyleIdx="0" presStyleCnt="0"/>
      <dgm:spPr/>
    </dgm:pt>
    <dgm:pt modelId="{AFFC94C0-D083-47C1-8CC1-7D002F51D1FE}" type="pres">
      <dgm:prSet presAssocID="{FD3654E2-52F2-45F0-9F30-B0AE127C76B1}" presName="compNode" presStyleCnt="0"/>
      <dgm:spPr/>
    </dgm:pt>
    <dgm:pt modelId="{B878E6A8-56CE-4304-B120-0037704D7A9B}" type="pres">
      <dgm:prSet presAssocID="{FD3654E2-52F2-45F0-9F30-B0AE127C76B1}" presName="iconBgRect" presStyleLbl="bgShp" presStyleIdx="3" presStyleCnt="4"/>
      <dgm:spPr/>
    </dgm:pt>
    <dgm:pt modelId="{63FD6632-D17D-43DE-AC77-F651221E2D20}" type="pres">
      <dgm:prSet presAssocID="{FD3654E2-52F2-45F0-9F30-B0AE127C76B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EB226E70-F834-4E6A-9D09-1F780E4DF89F}" type="pres">
      <dgm:prSet presAssocID="{FD3654E2-52F2-45F0-9F30-B0AE127C76B1}" presName="spaceRect" presStyleCnt="0"/>
      <dgm:spPr/>
    </dgm:pt>
    <dgm:pt modelId="{51812668-BC09-498E-812D-DD5C1ECC22FB}" type="pres">
      <dgm:prSet presAssocID="{FD3654E2-52F2-45F0-9F30-B0AE127C76B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85E2C1F-722E-447C-9DC1-BC530F0924DA}" type="presOf" srcId="{FD3654E2-52F2-45F0-9F30-B0AE127C76B1}" destId="{51812668-BC09-498E-812D-DD5C1ECC22FB}" srcOrd="0" destOrd="0" presId="urn:microsoft.com/office/officeart/2018/2/layout/IconCircleList"/>
    <dgm:cxn modelId="{5D3E7C1F-488D-4C37-B7E3-44B12346E2D1}" srcId="{E4168B66-52CF-469A-B4C6-B553F97A5EDF}" destId="{FD3654E2-52F2-45F0-9F30-B0AE127C76B1}" srcOrd="3" destOrd="0" parTransId="{F168F457-FF92-4964-9E6E-DE701977E568}" sibTransId="{D4504086-8A7F-47A6-99CE-F6F36F5B1A82}"/>
    <dgm:cxn modelId="{7700AA20-FBAB-460E-A369-6559B6068547}" srcId="{E4168B66-52CF-469A-B4C6-B553F97A5EDF}" destId="{F7E210F3-1DDF-42EA-A7E8-2E5E11819937}" srcOrd="1" destOrd="0" parTransId="{00B059B8-DFCB-4F48-B5C9-B8BED788CE2D}" sibTransId="{39CB4F9F-6A28-41C0-8FDB-3C41ED129A96}"/>
    <dgm:cxn modelId="{C81D072B-0725-40A6-928C-CAC57385E11F}" type="presOf" srcId="{BAAE6056-DABC-4295-A110-324455132065}" destId="{3D830295-F79C-48DF-9A46-E5320CD916C8}" srcOrd="0" destOrd="0" presId="urn:microsoft.com/office/officeart/2018/2/layout/IconCircleList"/>
    <dgm:cxn modelId="{6A36A851-1736-477B-A739-2EFBB772585F}" type="presOf" srcId="{064C56D5-2F4A-4C1E-8E77-D1B4437A672D}" destId="{C67F8DDE-430E-46E6-9255-9B052E860B84}" srcOrd="0" destOrd="0" presId="urn:microsoft.com/office/officeart/2018/2/layout/IconCircleList"/>
    <dgm:cxn modelId="{9DC17A7B-8326-4F60-B776-EB51F931EACD}" type="presOf" srcId="{6026E515-80DD-4556-894F-BA08445C4FC0}" destId="{D5A0DFDE-4E81-4151-BA69-D92FF7110326}" srcOrd="0" destOrd="0" presId="urn:microsoft.com/office/officeart/2018/2/layout/IconCircleList"/>
    <dgm:cxn modelId="{A0A2C988-2A9A-4929-97F2-A7515F603842}" srcId="{E4168B66-52CF-469A-B4C6-B553F97A5EDF}" destId="{6026E515-80DD-4556-894F-BA08445C4FC0}" srcOrd="2" destOrd="0" parTransId="{05263CC6-6FC8-4B89-A7C1-8112332C2CEC}" sibTransId="{FCB87BC9-1D62-418A-87F1-1002E9947839}"/>
    <dgm:cxn modelId="{98457396-2507-442D-AB5D-65D49112BCB5}" srcId="{E4168B66-52CF-469A-B4C6-B553F97A5EDF}" destId="{064C56D5-2F4A-4C1E-8E77-D1B4437A672D}" srcOrd="0" destOrd="0" parTransId="{155EB2B8-889C-4A67-98E0-74469F4E367D}" sibTransId="{BAAE6056-DABC-4295-A110-324455132065}"/>
    <dgm:cxn modelId="{EC7224AD-FBA6-4786-BCD9-38C56166AF42}" type="presOf" srcId="{E4168B66-52CF-469A-B4C6-B553F97A5EDF}" destId="{6D7F8DAD-F374-404A-8B3C-D815F270CE7F}" srcOrd="0" destOrd="0" presId="urn:microsoft.com/office/officeart/2018/2/layout/IconCircleList"/>
    <dgm:cxn modelId="{6BEE79B2-CDD8-419F-AB30-BDA0CECBC5C9}" type="presOf" srcId="{39CB4F9F-6A28-41C0-8FDB-3C41ED129A96}" destId="{9C82DBF4-232C-466E-BB08-4D99D50F9E52}" srcOrd="0" destOrd="0" presId="urn:microsoft.com/office/officeart/2018/2/layout/IconCircleList"/>
    <dgm:cxn modelId="{75E386C6-C2C5-432B-AD31-226500870400}" type="presOf" srcId="{F7E210F3-1DDF-42EA-A7E8-2E5E11819937}" destId="{4B848911-0894-4C7A-8AC8-B912FF606A2B}" srcOrd="0" destOrd="0" presId="urn:microsoft.com/office/officeart/2018/2/layout/IconCircleList"/>
    <dgm:cxn modelId="{D97E9EFE-C26E-425F-93A1-3788448F9173}" type="presOf" srcId="{FCB87BC9-1D62-418A-87F1-1002E9947839}" destId="{EFC68502-9697-4F8E-BF88-2CFBE9DCA625}" srcOrd="0" destOrd="0" presId="urn:microsoft.com/office/officeart/2018/2/layout/IconCircleList"/>
    <dgm:cxn modelId="{71BB1766-3C32-4AD4-8E4A-BCDF920CD287}" type="presParOf" srcId="{6D7F8DAD-F374-404A-8B3C-D815F270CE7F}" destId="{6F45D508-64A8-405A-9EA3-5F52F6E2D777}" srcOrd="0" destOrd="0" presId="urn:microsoft.com/office/officeart/2018/2/layout/IconCircleList"/>
    <dgm:cxn modelId="{761FE6BB-3551-4D67-9591-904C4B8FBB12}" type="presParOf" srcId="{6F45D508-64A8-405A-9EA3-5F52F6E2D777}" destId="{4BCD85C9-34EE-40CE-B20C-BDDD030958C3}" srcOrd="0" destOrd="0" presId="urn:microsoft.com/office/officeart/2018/2/layout/IconCircleList"/>
    <dgm:cxn modelId="{FE7C653D-F4FD-4A32-AACD-712066CF3ABD}" type="presParOf" srcId="{4BCD85C9-34EE-40CE-B20C-BDDD030958C3}" destId="{C9FFCAC1-36F6-4D75-8870-C4837B20EB5A}" srcOrd="0" destOrd="0" presId="urn:microsoft.com/office/officeart/2018/2/layout/IconCircleList"/>
    <dgm:cxn modelId="{CEA3A961-132C-4BF8-B9DA-AC551E1626CE}" type="presParOf" srcId="{4BCD85C9-34EE-40CE-B20C-BDDD030958C3}" destId="{C60E8192-00BB-4473-A8F7-40F73A37620F}" srcOrd="1" destOrd="0" presId="urn:microsoft.com/office/officeart/2018/2/layout/IconCircleList"/>
    <dgm:cxn modelId="{EE6D026D-E3D0-4AD3-81A1-816DBE26B15E}" type="presParOf" srcId="{4BCD85C9-34EE-40CE-B20C-BDDD030958C3}" destId="{D4A4DE6D-2C07-4A01-8BD5-B5974E89FC3D}" srcOrd="2" destOrd="0" presId="urn:microsoft.com/office/officeart/2018/2/layout/IconCircleList"/>
    <dgm:cxn modelId="{709C9FA5-0026-4A7F-99AC-C825FC9DC12A}" type="presParOf" srcId="{4BCD85C9-34EE-40CE-B20C-BDDD030958C3}" destId="{C67F8DDE-430E-46E6-9255-9B052E860B84}" srcOrd="3" destOrd="0" presId="urn:microsoft.com/office/officeart/2018/2/layout/IconCircleList"/>
    <dgm:cxn modelId="{7568D8E1-90EB-49C9-BEB4-D9783A2A9721}" type="presParOf" srcId="{6F45D508-64A8-405A-9EA3-5F52F6E2D777}" destId="{3D830295-F79C-48DF-9A46-E5320CD916C8}" srcOrd="1" destOrd="0" presId="urn:microsoft.com/office/officeart/2018/2/layout/IconCircleList"/>
    <dgm:cxn modelId="{7FC84DCF-54F8-449C-A607-3A9992C758C3}" type="presParOf" srcId="{6F45D508-64A8-405A-9EA3-5F52F6E2D777}" destId="{E974C077-C17E-40DA-8B75-740CEAC2CE59}" srcOrd="2" destOrd="0" presId="urn:microsoft.com/office/officeart/2018/2/layout/IconCircleList"/>
    <dgm:cxn modelId="{D64110F5-D1AE-4C33-9C15-F214B6F51180}" type="presParOf" srcId="{E974C077-C17E-40DA-8B75-740CEAC2CE59}" destId="{6CF56A94-2AE4-4A30-B08F-80B33A846B6A}" srcOrd="0" destOrd="0" presId="urn:microsoft.com/office/officeart/2018/2/layout/IconCircleList"/>
    <dgm:cxn modelId="{CF5D6BBA-F0C5-4749-A7C5-6A6F36E61442}" type="presParOf" srcId="{E974C077-C17E-40DA-8B75-740CEAC2CE59}" destId="{36C11AC3-0BA9-44F2-B6DE-588F1518DE61}" srcOrd="1" destOrd="0" presId="urn:microsoft.com/office/officeart/2018/2/layout/IconCircleList"/>
    <dgm:cxn modelId="{C714FD24-2CA3-418C-A5A0-AF9126AB2DC5}" type="presParOf" srcId="{E974C077-C17E-40DA-8B75-740CEAC2CE59}" destId="{896BB2FB-FFBE-4301-AF52-67EB6FD70FAD}" srcOrd="2" destOrd="0" presId="urn:microsoft.com/office/officeart/2018/2/layout/IconCircleList"/>
    <dgm:cxn modelId="{350B123A-92FE-472E-AA70-31A3BF127A04}" type="presParOf" srcId="{E974C077-C17E-40DA-8B75-740CEAC2CE59}" destId="{4B848911-0894-4C7A-8AC8-B912FF606A2B}" srcOrd="3" destOrd="0" presId="urn:microsoft.com/office/officeart/2018/2/layout/IconCircleList"/>
    <dgm:cxn modelId="{950CE56D-587B-4ECF-9EAB-12FBF229DF32}" type="presParOf" srcId="{6F45D508-64A8-405A-9EA3-5F52F6E2D777}" destId="{9C82DBF4-232C-466E-BB08-4D99D50F9E52}" srcOrd="3" destOrd="0" presId="urn:microsoft.com/office/officeart/2018/2/layout/IconCircleList"/>
    <dgm:cxn modelId="{09C112E5-F07B-49A9-BF40-21EB75EC2662}" type="presParOf" srcId="{6F45D508-64A8-405A-9EA3-5F52F6E2D777}" destId="{42A989BA-9A28-44A7-88EF-1BABA260B4A4}" srcOrd="4" destOrd="0" presId="urn:microsoft.com/office/officeart/2018/2/layout/IconCircleList"/>
    <dgm:cxn modelId="{B0E5928B-5976-4362-BC25-32CC5337944C}" type="presParOf" srcId="{42A989BA-9A28-44A7-88EF-1BABA260B4A4}" destId="{1EC4C199-CCC2-4F24-8BE6-AAEE2FE3B6A2}" srcOrd="0" destOrd="0" presId="urn:microsoft.com/office/officeart/2018/2/layout/IconCircleList"/>
    <dgm:cxn modelId="{07A8AAD2-F776-439A-A3DA-F9677116138A}" type="presParOf" srcId="{42A989BA-9A28-44A7-88EF-1BABA260B4A4}" destId="{00956867-CA3D-4D96-AEA7-266661AABD43}" srcOrd="1" destOrd="0" presId="urn:microsoft.com/office/officeart/2018/2/layout/IconCircleList"/>
    <dgm:cxn modelId="{87F4BF9C-9354-44A4-BE60-22413B8A6D90}" type="presParOf" srcId="{42A989BA-9A28-44A7-88EF-1BABA260B4A4}" destId="{B1CAF9D1-78B6-46DB-9976-E85B24BD0540}" srcOrd="2" destOrd="0" presId="urn:microsoft.com/office/officeart/2018/2/layout/IconCircleList"/>
    <dgm:cxn modelId="{1E05E64D-D9BC-43B7-B1CA-C0CFF5A966BF}" type="presParOf" srcId="{42A989BA-9A28-44A7-88EF-1BABA260B4A4}" destId="{D5A0DFDE-4E81-4151-BA69-D92FF7110326}" srcOrd="3" destOrd="0" presId="urn:microsoft.com/office/officeart/2018/2/layout/IconCircleList"/>
    <dgm:cxn modelId="{3FF95F4D-A6AC-4726-AFE2-BEAC0A69D47C}" type="presParOf" srcId="{6F45D508-64A8-405A-9EA3-5F52F6E2D777}" destId="{EFC68502-9697-4F8E-BF88-2CFBE9DCA625}" srcOrd="5" destOrd="0" presId="urn:microsoft.com/office/officeart/2018/2/layout/IconCircleList"/>
    <dgm:cxn modelId="{8AFFB0B4-68C7-4D1C-A168-DC587FDCBE9A}" type="presParOf" srcId="{6F45D508-64A8-405A-9EA3-5F52F6E2D777}" destId="{AFFC94C0-D083-47C1-8CC1-7D002F51D1FE}" srcOrd="6" destOrd="0" presId="urn:microsoft.com/office/officeart/2018/2/layout/IconCircleList"/>
    <dgm:cxn modelId="{046A79BB-8FFA-4958-B485-3FBAD13A5221}" type="presParOf" srcId="{AFFC94C0-D083-47C1-8CC1-7D002F51D1FE}" destId="{B878E6A8-56CE-4304-B120-0037704D7A9B}" srcOrd="0" destOrd="0" presId="urn:microsoft.com/office/officeart/2018/2/layout/IconCircleList"/>
    <dgm:cxn modelId="{DB44DBEF-D624-473B-8674-3E2221C4A5A7}" type="presParOf" srcId="{AFFC94C0-D083-47C1-8CC1-7D002F51D1FE}" destId="{63FD6632-D17D-43DE-AC77-F651221E2D20}" srcOrd="1" destOrd="0" presId="urn:microsoft.com/office/officeart/2018/2/layout/IconCircleList"/>
    <dgm:cxn modelId="{43DCCE83-40CE-409C-9E79-371E47A9CA36}" type="presParOf" srcId="{AFFC94C0-D083-47C1-8CC1-7D002F51D1FE}" destId="{EB226E70-F834-4E6A-9D09-1F780E4DF89F}" srcOrd="2" destOrd="0" presId="urn:microsoft.com/office/officeart/2018/2/layout/IconCircleList"/>
    <dgm:cxn modelId="{E666A155-2C05-48C8-842F-B3D62C0B60EC}" type="presParOf" srcId="{AFFC94C0-D083-47C1-8CC1-7D002F51D1FE}" destId="{51812668-BC09-498E-812D-DD5C1ECC22FB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8275F91-3147-49CD-958C-7B23511582C1}" type="doc">
      <dgm:prSet loTypeId="urn:microsoft.com/office/officeart/2005/8/layout/cycle8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11F41C9-A715-4EA7-8D40-7CA00CCCB389}">
      <dgm:prSet/>
      <dgm:spPr/>
      <dgm:t>
        <a:bodyPr/>
        <a:lstStyle/>
        <a:p>
          <a:r>
            <a:rPr lang="en-US"/>
            <a:t>1. User logs in</a:t>
          </a:r>
        </a:p>
      </dgm:t>
    </dgm:pt>
    <dgm:pt modelId="{3AC5A74A-4C64-4C55-AA76-84D6E95D26B7}" type="parTrans" cxnId="{9BECDE39-7263-4259-BF29-6AD5C7DB0CA4}">
      <dgm:prSet/>
      <dgm:spPr/>
      <dgm:t>
        <a:bodyPr/>
        <a:lstStyle/>
        <a:p>
          <a:endParaRPr lang="en-US"/>
        </a:p>
      </dgm:t>
    </dgm:pt>
    <dgm:pt modelId="{FC8F15F2-00A3-4775-8A8F-18278A481799}" type="sibTrans" cxnId="{9BECDE39-7263-4259-BF29-6AD5C7DB0CA4}">
      <dgm:prSet/>
      <dgm:spPr/>
      <dgm:t>
        <a:bodyPr/>
        <a:lstStyle/>
        <a:p>
          <a:endParaRPr lang="en-US"/>
        </a:p>
      </dgm:t>
    </dgm:pt>
    <dgm:pt modelId="{8294B387-8F50-4955-A023-CFB725D0D2EC}">
      <dgm:prSet/>
      <dgm:spPr/>
      <dgm:t>
        <a:bodyPr/>
        <a:lstStyle/>
        <a:p>
          <a:r>
            <a:rPr lang="en-US"/>
            <a:t>2. Uploads resume + pastes job description</a:t>
          </a:r>
        </a:p>
      </dgm:t>
    </dgm:pt>
    <dgm:pt modelId="{F2BEA370-7DD5-427F-ABFC-A0C951E086E2}" type="parTrans" cxnId="{EDB7D6C7-F2EC-4CDC-9370-9D3F431A9642}">
      <dgm:prSet/>
      <dgm:spPr/>
      <dgm:t>
        <a:bodyPr/>
        <a:lstStyle/>
        <a:p>
          <a:endParaRPr lang="en-US"/>
        </a:p>
      </dgm:t>
    </dgm:pt>
    <dgm:pt modelId="{3B656E93-BEF7-4182-8932-D5BF680EFCD0}" type="sibTrans" cxnId="{EDB7D6C7-F2EC-4CDC-9370-9D3F431A9642}">
      <dgm:prSet/>
      <dgm:spPr/>
      <dgm:t>
        <a:bodyPr/>
        <a:lstStyle/>
        <a:p>
          <a:endParaRPr lang="en-US"/>
        </a:p>
      </dgm:t>
    </dgm:pt>
    <dgm:pt modelId="{4E5B9247-AB51-4296-959F-96A674161F3A}">
      <dgm:prSet/>
      <dgm:spPr/>
      <dgm:t>
        <a:bodyPr/>
        <a:lstStyle/>
        <a:p>
          <a:r>
            <a:rPr lang="en-US"/>
            <a:t>3. System extracts skills</a:t>
          </a:r>
        </a:p>
      </dgm:t>
    </dgm:pt>
    <dgm:pt modelId="{C651A9C2-276A-45F1-B8D6-0C7888AF031A}" type="parTrans" cxnId="{79FCAFC3-16E7-4E02-B344-F58932629584}">
      <dgm:prSet/>
      <dgm:spPr/>
      <dgm:t>
        <a:bodyPr/>
        <a:lstStyle/>
        <a:p>
          <a:endParaRPr lang="en-US"/>
        </a:p>
      </dgm:t>
    </dgm:pt>
    <dgm:pt modelId="{780DF437-A62F-435F-B691-04B607BEA0B7}" type="sibTrans" cxnId="{79FCAFC3-16E7-4E02-B344-F58932629584}">
      <dgm:prSet/>
      <dgm:spPr/>
      <dgm:t>
        <a:bodyPr/>
        <a:lstStyle/>
        <a:p>
          <a:endParaRPr lang="en-US"/>
        </a:p>
      </dgm:t>
    </dgm:pt>
    <dgm:pt modelId="{CE24E8A7-65A3-4003-8BAA-C0C71170ADE2}">
      <dgm:prSet/>
      <dgm:spPr/>
      <dgm:t>
        <a:bodyPr/>
        <a:lstStyle/>
        <a:p>
          <a:r>
            <a:rPr lang="en-US"/>
            <a:t>4. Calculates match statistics</a:t>
          </a:r>
        </a:p>
      </dgm:t>
    </dgm:pt>
    <dgm:pt modelId="{001F2AC1-0060-4D54-B407-2B27F2DB6EA1}" type="parTrans" cxnId="{1A1719E6-CEA7-4193-9531-F30880F2DC27}">
      <dgm:prSet/>
      <dgm:spPr/>
      <dgm:t>
        <a:bodyPr/>
        <a:lstStyle/>
        <a:p>
          <a:endParaRPr lang="en-US"/>
        </a:p>
      </dgm:t>
    </dgm:pt>
    <dgm:pt modelId="{3C64D93F-226A-4743-801B-7BCDD89F5843}" type="sibTrans" cxnId="{1A1719E6-CEA7-4193-9531-F30880F2DC27}">
      <dgm:prSet/>
      <dgm:spPr/>
      <dgm:t>
        <a:bodyPr/>
        <a:lstStyle/>
        <a:p>
          <a:endParaRPr lang="en-US"/>
        </a:p>
      </dgm:t>
    </dgm:pt>
    <dgm:pt modelId="{84B58548-EA73-4268-947A-A75AB8036E5E}">
      <dgm:prSet/>
      <dgm:spPr/>
      <dgm:t>
        <a:bodyPr/>
        <a:lstStyle/>
        <a:p>
          <a:r>
            <a:rPr lang="en-US"/>
            <a:t>5. Suggests courses</a:t>
          </a:r>
        </a:p>
      </dgm:t>
    </dgm:pt>
    <dgm:pt modelId="{E4634458-2B2C-4358-B91C-439B01DEE184}" type="parTrans" cxnId="{FFE7D7F0-D920-404A-AB0D-0BCEBD70BAF2}">
      <dgm:prSet/>
      <dgm:spPr/>
      <dgm:t>
        <a:bodyPr/>
        <a:lstStyle/>
        <a:p>
          <a:endParaRPr lang="en-US"/>
        </a:p>
      </dgm:t>
    </dgm:pt>
    <dgm:pt modelId="{84EB4443-0AC9-4791-B4AC-B06140C95F41}" type="sibTrans" cxnId="{FFE7D7F0-D920-404A-AB0D-0BCEBD70BAF2}">
      <dgm:prSet/>
      <dgm:spPr/>
      <dgm:t>
        <a:bodyPr/>
        <a:lstStyle/>
        <a:p>
          <a:endParaRPr lang="en-US"/>
        </a:p>
      </dgm:t>
    </dgm:pt>
    <dgm:pt modelId="{0A7E7E12-5858-471A-9CBC-18225C34C78F}">
      <dgm:prSet/>
      <dgm:spPr/>
      <dgm:t>
        <a:bodyPr/>
        <a:lstStyle/>
        <a:p>
          <a:r>
            <a:rPr lang="en-US"/>
            <a:t>6. Generates PDF report</a:t>
          </a:r>
        </a:p>
      </dgm:t>
    </dgm:pt>
    <dgm:pt modelId="{1525ECB6-5577-4B6B-870D-52DFB4BDFFD2}" type="parTrans" cxnId="{E498CD60-CDB9-4DDE-83C5-1A0933D99C04}">
      <dgm:prSet/>
      <dgm:spPr/>
      <dgm:t>
        <a:bodyPr/>
        <a:lstStyle/>
        <a:p>
          <a:endParaRPr lang="en-US"/>
        </a:p>
      </dgm:t>
    </dgm:pt>
    <dgm:pt modelId="{F09AB774-50B6-4A91-B177-7C153919FDE9}" type="sibTrans" cxnId="{E498CD60-CDB9-4DDE-83C5-1A0933D99C04}">
      <dgm:prSet/>
      <dgm:spPr/>
      <dgm:t>
        <a:bodyPr/>
        <a:lstStyle/>
        <a:p>
          <a:endParaRPr lang="en-US"/>
        </a:p>
      </dgm:t>
    </dgm:pt>
    <dgm:pt modelId="{44F004C8-D70D-403F-9B7A-451612C7D2B1}">
      <dgm:prSet/>
      <dgm:spPr/>
      <dgm:t>
        <a:bodyPr/>
        <a:lstStyle/>
        <a:p>
          <a:r>
            <a:rPr lang="en-US"/>
            <a:t>7. Saves result to history</a:t>
          </a:r>
        </a:p>
      </dgm:t>
    </dgm:pt>
    <dgm:pt modelId="{38421792-F654-49BC-B362-C8936FC1E489}" type="parTrans" cxnId="{106C3CEA-BB90-417A-A03F-5033CE3C40A3}">
      <dgm:prSet/>
      <dgm:spPr/>
      <dgm:t>
        <a:bodyPr/>
        <a:lstStyle/>
        <a:p>
          <a:endParaRPr lang="en-US"/>
        </a:p>
      </dgm:t>
    </dgm:pt>
    <dgm:pt modelId="{9D5529CA-5D95-4BCB-B462-7E04FFDCBE64}" type="sibTrans" cxnId="{106C3CEA-BB90-417A-A03F-5033CE3C40A3}">
      <dgm:prSet/>
      <dgm:spPr/>
      <dgm:t>
        <a:bodyPr/>
        <a:lstStyle/>
        <a:p>
          <a:endParaRPr lang="en-US"/>
        </a:p>
      </dgm:t>
    </dgm:pt>
    <dgm:pt modelId="{A04743E1-E6E3-4D95-9114-36A45BB1E93A}" type="pres">
      <dgm:prSet presAssocID="{C8275F91-3147-49CD-958C-7B23511582C1}" presName="compositeShape" presStyleCnt="0">
        <dgm:presLayoutVars>
          <dgm:chMax val="7"/>
          <dgm:dir/>
          <dgm:resizeHandles val="exact"/>
        </dgm:presLayoutVars>
      </dgm:prSet>
      <dgm:spPr/>
    </dgm:pt>
    <dgm:pt modelId="{A657E6C7-E063-461D-AF89-0D56338A9EA6}" type="pres">
      <dgm:prSet presAssocID="{C8275F91-3147-49CD-958C-7B23511582C1}" presName="wedge1" presStyleLbl="node1" presStyleIdx="0" presStyleCnt="7"/>
      <dgm:spPr/>
    </dgm:pt>
    <dgm:pt modelId="{E09C4B5F-E0F5-41FA-99C3-6B4458F7AA25}" type="pres">
      <dgm:prSet presAssocID="{C8275F91-3147-49CD-958C-7B23511582C1}" presName="dummy1a" presStyleCnt="0"/>
      <dgm:spPr/>
    </dgm:pt>
    <dgm:pt modelId="{06784093-0E63-4414-854A-9D160E192D5A}" type="pres">
      <dgm:prSet presAssocID="{C8275F91-3147-49CD-958C-7B23511582C1}" presName="dummy1b" presStyleCnt="0"/>
      <dgm:spPr/>
    </dgm:pt>
    <dgm:pt modelId="{2378379B-19C6-4294-933F-A634C1B231A6}" type="pres">
      <dgm:prSet presAssocID="{C8275F91-3147-49CD-958C-7B23511582C1}" presName="wedge1Tx" presStyleLbl="node1" presStyleIdx="0" presStyleCnt="7">
        <dgm:presLayoutVars>
          <dgm:chMax val="0"/>
          <dgm:chPref val="0"/>
          <dgm:bulletEnabled val="1"/>
        </dgm:presLayoutVars>
      </dgm:prSet>
      <dgm:spPr/>
    </dgm:pt>
    <dgm:pt modelId="{86CF1EF0-CE9C-4188-9EA4-CB1E4725BF7F}" type="pres">
      <dgm:prSet presAssocID="{C8275F91-3147-49CD-958C-7B23511582C1}" presName="wedge2" presStyleLbl="node1" presStyleIdx="1" presStyleCnt="7"/>
      <dgm:spPr/>
    </dgm:pt>
    <dgm:pt modelId="{CA31A6F7-CD78-4701-9199-63E499038638}" type="pres">
      <dgm:prSet presAssocID="{C8275F91-3147-49CD-958C-7B23511582C1}" presName="dummy2a" presStyleCnt="0"/>
      <dgm:spPr/>
    </dgm:pt>
    <dgm:pt modelId="{6D4CF110-31E2-46EC-9798-490DC4E8498D}" type="pres">
      <dgm:prSet presAssocID="{C8275F91-3147-49CD-958C-7B23511582C1}" presName="dummy2b" presStyleCnt="0"/>
      <dgm:spPr/>
    </dgm:pt>
    <dgm:pt modelId="{120D0A07-0737-41E0-B387-617632204924}" type="pres">
      <dgm:prSet presAssocID="{C8275F91-3147-49CD-958C-7B23511582C1}" presName="wedge2Tx" presStyleLbl="node1" presStyleIdx="1" presStyleCnt="7">
        <dgm:presLayoutVars>
          <dgm:chMax val="0"/>
          <dgm:chPref val="0"/>
          <dgm:bulletEnabled val="1"/>
        </dgm:presLayoutVars>
      </dgm:prSet>
      <dgm:spPr/>
    </dgm:pt>
    <dgm:pt modelId="{33BFB657-FC7D-432A-B661-5A29017EC7AA}" type="pres">
      <dgm:prSet presAssocID="{C8275F91-3147-49CD-958C-7B23511582C1}" presName="wedge3" presStyleLbl="node1" presStyleIdx="2" presStyleCnt="7"/>
      <dgm:spPr/>
    </dgm:pt>
    <dgm:pt modelId="{E0C23B68-0C68-449E-B83E-FBD5EE22AAD1}" type="pres">
      <dgm:prSet presAssocID="{C8275F91-3147-49CD-958C-7B23511582C1}" presName="dummy3a" presStyleCnt="0"/>
      <dgm:spPr/>
    </dgm:pt>
    <dgm:pt modelId="{4DB5048B-A98F-43F6-9A4E-8F36655DF3DC}" type="pres">
      <dgm:prSet presAssocID="{C8275F91-3147-49CD-958C-7B23511582C1}" presName="dummy3b" presStyleCnt="0"/>
      <dgm:spPr/>
    </dgm:pt>
    <dgm:pt modelId="{46AC50C4-A00E-4FA9-B120-9C61CC492C21}" type="pres">
      <dgm:prSet presAssocID="{C8275F91-3147-49CD-958C-7B23511582C1}" presName="wedge3Tx" presStyleLbl="node1" presStyleIdx="2" presStyleCnt="7">
        <dgm:presLayoutVars>
          <dgm:chMax val="0"/>
          <dgm:chPref val="0"/>
          <dgm:bulletEnabled val="1"/>
        </dgm:presLayoutVars>
      </dgm:prSet>
      <dgm:spPr/>
    </dgm:pt>
    <dgm:pt modelId="{26F1960C-D0D9-43D8-8CE6-FC7DCBAC0C2C}" type="pres">
      <dgm:prSet presAssocID="{C8275F91-3147-49CD-958C-7B23511582C1}" presName="wedge4" presStyleLbl="node1" presStyleIdx="3" presStyleCnt="7"/>
      <dgm:spPr/>
    </dgm:pt>
    <dgm:pt modelId="{4720AAAE-53D5-4BA7-A97B-3E23B095C319}" type="pres">
      <dgm:prSet presAssocID="{C8275F91-3147-49CD-958C-7B23511582C1}" presName="dummy4a" presStyleCnt="0"/>
      <dgm:spPr/>
    </dgm:pt>
    <dgm:pt modelId="{0D5BB0B3-3065-482A-A018-1A634B103748}" type="pres">
      <dgm:prSet presAssocID="{C8275F91-3147-49CD-958C-7B23511582C1}" presName="dummy4b" presStyleCnt="0"/>
      <dgm:spPr/>
    </dgm:pt>
    <dgm:pt modelId="{B8EE7C84-9C77-4A4B-8E77-CDDF4ECE814D}" type="pres">
      <dgm:prSet presAssocID="{C8275F91-3147-49CD-958C-7B23511582C1}" presName="wedge4Tx" presStyleLbl="node1" presStyleIdx="3" presStyleCnt="7">
        <dgm:presLayoutVars>
          <dgm:chMax val="0"/>
          <dgm:chPref val="0"/>
          <dgm:bulletEnabled val="1"/>
        </dgm:presLayoutVars>
      </dgm:prSet>
      <dgm:spPr/>
    </dgm:pt>
    <dgm:pt modelId="{2CC2AB28-0917-4BD5-BC47-1FA3660E26FB}" type="pres">
      <dgm:prSet presAssocID="{C8275F91-3147-49CD-958C-7B23511582C1}" presName="wedge5" presStyleLbl="node1" presStyleIdx="4" presStyleCnt="7"/>
      <dgm:spPr/>
    </dgm:pt>
    <dgm:pt modelId="{1AE11068-DD3C-4535-857A-9E301945B1F5}" type="pres">
      <dgm:prSet presAssocID="{C8275F91-3147-49CD-958C-7B23511582C1}" presName="dummy5a" presStyleCnt="0"/>
      <dgm:spPr/>
    </dgm:pt>
    <dgm:pt modelId="{331388E6-D4D2-4B38-A117-13DB8FA664B2}" type="pres">
      <dgm:prSet presAssocID="{C8275F91-3147-49CD-958C-7B23511582C1}" presName="dummy5b" presStyleCnt="0"/>
      <dgm:spPr/>
    </dgm:pt>
    <dgm:pt modelId="{D6249AEF-2176-41E4-852D-EAD1B80CD4DB}" type="pres">
      <dgm:prSet presAssocID="{C8275F91-3147-49CD-958C-7B23511582C1}" presName="wedge5Tx" presStyleLbl="node1" presStyleIdx="4" presStyleCnt="7">
        <dgm:presLayoutVars>
          <dgm:chMax val="0"/>
          <dgm:chPref val="0"/>
          <dgm:bulletEnabled val="1"/>
        </dgm:presLayoutVars>
      </dgm:prSet>
      <dgm:spPr/>
    </dgm:pt>
    <dgm:pt modelId="{E50A6D19-816D-46B2-84FB-0E423ED6522B}" type="pres">
      <dgm:prSet presAssocID="{C8275F91-3147-49CD-958C-7B23511582C1}" presName="wedge6" presStyleLbl="node1" presStyleIdx="5" presStyleCnt="7"/>
      <dgm:spPr/>
    </dgm:pt>
    <dgm:pt modelId="{F0286B36-1127-4422-8694-38371BF0EF3D}" type="pres">
      <dgm:prSet presAssocID="{C8275F91-3147-49CD-958C-7B23511582C1}" presName="dummy6a" presStyleCnt="0"/>
      <dgm:spPr/>
    </dgm:pt>
    <dgm:pt modelId="{0FFBE71D-4E8E-4F08-83FE-3F652B7EA7D5}" type="pres">
      <dgm:prSet presAssocID="{C8275F91-3147-49CD-958C-7B23511582C1}" presName="dummy6b" presStyleCnt="0"/>
      <dgm:spPr/>
    </dgm:pt>
    <dgm:pt modelId="{E389BD04-5DA1-4C87-B546-03C258619182}" type="pres">
      <dgm:prSet presAssocID="{C8275F91-3147-49CD-958C-7B23511582C1}" presName="wedge6Tx" presStyleLbl="node1" presStyleIdx="5" presStyleCnt="7">
        <dgm:presLayoutVars>
          <dgm:chMax val="0"/>
          <dgm:chPref val="0"/>
          <dgm:bulletEnabled val="1"/>
        </dgm:presLayoutVars>
      </dgm:prSet>
      <dgm:spPr/>
    </dgm:pt>
    <dgm:pt modelId="{814127A0-2A5F-4FC4-AAF1-CF5E3ABF2CD1}" type="pres">
      <dgm:prSet presAssocID="{C8275F91-3147-49CD-958C-7B23511582C1}" presName="wedge7" presStyleLbl="node1" presStyleIdx="6" presStyleCnt="7"/>
      <dgm:spPr/>
    </dgm:pt>
    <dgm:pt modelId="{2938B6F8-7343-4D31-AD48-AC82601A3AA1}" type="pres">
      <dgm:prSet presAssocID="{C8275F91-3147-49CD-958C-7B23511582C1}" presName="dummy7a" presStyleCnt="0"/>
      <dgm:spPr/>
    </dgm:pt>
    <dgm:pt modelId="{646F295B-E05F-4E87-82A6-99176128862D}" type="pres">
      <dgm:prSet presAssocID="{C8275F91-3147-49CD-958C-7B23511582C1}" presName="dummy7b" presStyleCnt="0"/>
      <dgm:spPr/>
    </dgm:pt>
    <dgm:pt modelId="{12005570-3A65-46C3-BD50-7036DA53F357}" type="pres">
      <dgm:prSet presAssocID="{C8275F91-3147-49CD-958C-7B23511582C1}" presName="wedge7Tx" presStyleLbl="node1" presStyleIdx="6" presStyleCnt="7">
        <dgm:presLayoutVars>
          <dgm:chMax val="0"/>
          <dgm:chPref val="0"/>
          <dgm:bulletEnabled val="1"/>
        </dgm:presLayoutVars>
      </dgm:prSet>
      <dgm:spPr/>
    </dgm:pt>
    <dgm:pt modelId="{4464C61B-72D0-486E-B007-7BC5A72B41D1}" type="pres">
      <dgm:prSet presAssocID="{FC8F15F2-00A3-4775-8A8F-18278A481799}" presName="arrowWedge1" presStyleLbl="fgSibTrans2D1" presStyleIdx="0" presStyleCnt="7"/>
      <dgm:spPr/>
    </dgm:pt>
    <dgm:pt modelId="{01360E09-146B-4984-BB44-16593CF9518B}" type="pres">
      <dgm:prSet presAssocID="{3B656E93-BEF7-4182-8932-D5BF680EFCD0}" presName="arrowWedge2" presStyleLbl="fgSibTrans2D1" presStyleIdx="1" presStyleCnt="7"/>
      <dgm:spPr/>
    </dgm:pt>
    <dgm:pt modelId="{3E2D283D-D138-4251-A39D-8DA3459A4A43}" type="pres">
      <dgm:prSet presAssocID="{780DF437-A62F-435F-B691-04B607BEA0B7}" presName="arrowWedge3" presStyleLbl="fgSibTrans2D1" presStyleIdx="2" presStyleCnt="7"/>
      <dgm:spPr/>
    </dgm:pt>
    <dgm:pt modelId="{DDC55EED-A026-4958-BA40-7C5A9E8028B2}" type="pres">
      <dgm:prSet presAssocID="{3C64D93F-226A-4743-801B-7BCDD89F5843}" presName="arrowWedge4" presStyleLbl="fgSibTrans2D1" presStyleIdx="3" presStyleCnt="7"/>
      <dgm:spPr/>
    </dgm:pt>
    <dgm:pt modelId="{F99D9F88-8DA8-4CB3-B2C1-4D986D6DB297}" type="pres">
      <dgm:prSet presAssocID="{84EB4443-0AC9-4791-B4AC-B06140C95F41}" presName="arrowWedge5" presStyleLbl="fgSibTrans2D1" presStyleIdx="4" presStyleCnt="7"/>
      <dgm:spPr/>
    </dgm:pt>
    <dgm:pt modelId="{DBB53213-B9B1-46C9-80F2-B4CDE1E60566}" type="pres">
      <dgm:prSet presAssocID="{F09AB774-50B6-4A91-B177-7C153919FDE9}" presName="arrowWedge6" presStyleLbl="fgSibTrans2D1" presStyleIdx="5" presStyleCnt="7"/>
      <dgm:spPr/>
    </dgm:pt>
    <dgm:pt modelId="{11771733-DFB6-4B8C-BF11-03EFB28EC9E6}" type="pres">
      <dgm:prSet presAssocID="{9D5529CA-5D95-4BCB-B462-7E04FFDCBE64}" presName="arrowWedge7" presStyleLbl="fgSibTrans2D1" presStyleIdx="6" presStyleCnt="7"/>
      <dgm:spPr/>
    </dgm:pt>
  </dgm:ptLst>
  <dgm:cxnLst>
    <dgm:cxn modelId="{D306A815-342B-4960-A156-ACF9EE4282AD}" type="presOf" srcId="{44F004C8-D70D-403F-9B7A-451612C7D2B1}" destId="{12005570-3A65-46C3-BD50-7036DA53F357}" srcOrd="1" destOrd="0" presId="urn:microsoft.com/office/officeart/2005/8/layout/cycle8"/>
    <dgm:cxn modelId="{9BECDE39-7263-4259-BF29-6AD5C7DB0CA4}" srcId="{C8275F91-3147-49CD-958C-7B23511582C1}" destId="{511F41C9-A715-4EA7-8D40-7CA00CCCB389}" srcOrd="0" destOrd="0" parTransId="{3AC5A74A-4C64-4C55-AA76-84D6E95D26B7}" sibTransId="{FC8F15F2-00A3-4775-8A8F-18278A481799}"/>
    <dgm:cxn modelId="{2281853F-5604-4A93-8CC1-5708224F7795}" type="presOf" srcId="{84B58548-EA73-4268-947A-A75AB8036E5E}" destId="{D6249AEF-2176-41E4-852D-EAD1B80CD4DB}" srcOrd="1" destOrd="0" presId="urn:microsoft.com/office/officeart/2005/8/layout/cycle8"/>
    <dgm:cxn modelId="{E498CD60-CDB9-4DDE-83C5-1A0933D99C04}" srcId="{C8275F91-3147-49CD-958C-7B23511582C1}" destId="{0A7E7E12-5858-471A-9CBC-18225C34C78F}" srcOrd="5" destOrd="0" parTransId="{1525ECB6-5577-4B6B-870D-52DFB4BDFFD2}" sibTransId="{F09AB774-50B6-4A91-B177-7C153919FDE9}"/>
    <dgm:cxn modelId="{A308D04C-6BC9-423C-8F9E-CF82C937D259}" type="presOf" srcId="{511F41C9-A715-4EA7-8D40-7CA00CCCB389}" destId="{2378379B-19C6-4294-933F-A634C1B231A6}" srcOrd="1" destOrd="0" presId="urn:microsoft.com/office/officeart/2005/8/layout/cycle8"/>
    <dgm:cxn modelId="{20E7F184-9873-4AB0-918D-8D5E4D2FFF88}" type="presOf" srcId="{44F004C8-D70D-403F-9B7A-451612C7D2B1}" destId="{814127A0-2A5F-4FC4-AAF1-CF5E3ABF2CD1}" srcOrd="0" destOrd="0" presId="urn:microsoft.com/office/officeart/2005/8/layout/cycle8"/>
    <dgm:cxn modelId="{B462C686-87A7-4451-8F66-A1A892B4830B}" type="presOf" srcId="{CE24E8A7-65A3-4003-8BAA-C0C71170ADE2}" destId="{B8EE7C84-9C77-4A4B-8E77-CDDF4ECE814D}" srcOrd="1" destOrd="0" presId="urn:microsoft.com/office/officeart/2005/8/layout/cycle8"/>
    <dgm:cxn modelId="{01AE178F-A464-45F1-808E-EE1AF619195E}" type="presOf" srcId="{84B58548-EA73-4268-947A-A75AB8036E5E}" destId="{2CC2AB28-0917-4BD5-BC47-1FA3660E26FB}" srcOrd="0" destOrd="0" presId="urn:microsoft.com/office/officeart/2005/8/layout/cycle8"/>
    <dgm:cxn modelId="{852F4E9C-2B93-4459-BED4-041E9FD1AAFA}" type="presOf" srcId="{4E5B9247-AB51-4296-959F-96A674161F3A}" destId="{33BFB657-FC7D-432A-B661-5A29017EC7AA}" srcOrd="0" destOrd="0" presId="urn:microsoft.com/office/officeart/2005/8/layout/cycle8"/>
    <dgm:cxn modelId="{F1F0709E-8EE8-422D-B447-374387FF7348}" type="presOf" srcId="{C8275F91-3147-49CD-958C-7B23511582C1}" destId="{A04743E1-E6E3-4D95-9114-36A45BB1E93A}" srcOrd="0" destOrd="0" presId="urn:microsoft.com/office/officeart/2005/8/layout/cycle8"/>
    <dgm:cxn modelId="{4B9A3AA1-38A2-493D-A6EA-BF663FB2E48F}" type="presOf" srcId="{8294B387-8F50-4955-A023-CFB725D0D2EC}" destId="{120D0A07-0737-41E0-B387-617632204924}" srcOrd="1" destOrd="0" presId="urn:microsoft.com/office/officeart/2005/8/layout/cycle8"/>
    <dgm:cxn modelId="{741430B8-1F9D-49C1-BA3E-087EBED95CEC}" type="presOf" srcId="{0A7E7E12-5858-471A-9CBC-18225C34C78F}" destId="{E389BD04-5DA1-4C87-B546-03C258619182}" srcOrd="1" destOrd="0" presId="urn:microsoft.com/office/officeart/2005/8/layout/cycle8"/>
    <dgm:cxn modelId="{64F393BC-209D-4217-BE99-183ED8B1D36E}" type="presOf" srcId="{511F41C9-A715-4EA7-8D40-7CA00CCCB389}" destId="{A657E6C7-E063-461D-AF89-0D56338A9EA6}" srcOrd="0" destOrd="0" presId="urn:microsoft.com/office/officeart/2005/8/layout/cycle8"/>
    <dgm:cxn modelId="{79FCAFC3-16E7-4E02-B344-F58932629584}" srcId="{C8275F91-3147-49CD-958C-7B23511582C1}" destId="{4E5B9247-AB51-4296-959F-96A674161F3A}" srcOrd="2" destOrd="0" parTransId="{C651A9C2-276A-45F1-B8D6-0C7888AF031A}" sibTransId="{780DF437-A62F-435F-B691-04B607BEA0B7}"/>
    <dgm:cxn modelId="{EDB7D6C7-F2EC-4CDC-9370-9D3F431A9642}" srcId="{C8275F91-3147-49CD-958C-7B23511582C1}" destId="{8294B387-8F50-4955-A023-CFB725D0D2EC}" srcOrd="1" destOrd="0" parTransId="{F2BEA370-7DD5-427F-ABFC-A0C951E086E2}" sibTransId="{3B656E93-BEF7-4182-8932-D5BF680EFCD0}"/>
    <dgm:cxn modelId="{4A7A03D6-1979-4537-BA0E-8847AEC165D3}" type="presOf" srcId="{CE24E8A7-65A3-4003-8BAA-C0C71170ADE2}" destId="{26F1960C-D0D9-43D8-8CE6-FC7DCBAC0C2C}" srcOrd="0" destOrd="0" presId="urn:microsoft.com/office/officeart/2005/8/layout/cycle8"/>
    <dgm:cxn modelId="{2A4546DE-0396-41DF-A07F-342A3F8727C4}" type="presOf" srcId="{0A7E7E12-5858-471A-9CBC-18225C34C78F}" destId="{E50A6D19-816D-46B2-84FB-0E423ED6522B}" srcOrd="0" destOrd="0" presId="urn:microsoft.com/office/officeart/2005/8/layout/cycle8"/>
    <dgm:cxn modelId="{1A1719E6-CEA7-4193-9531-F30880F2DC27}" srcId="{C8275F91-3147-49CD-958C-7B23511582C1}" destId="{CE24E8A7-65A3-4003-8BAA-C0C71170ADE2}" srcOrd="3" destOrd="0" parTransId="{001F2AC1-0060-4D54-B407-2B27F2DB6EA1}" sibTransId="{3C64D93F-226A-4743-801B-7BCDD89F5843}"/>
    <dgm:cxn modelId="{106C3CEA-BB90-417A-A03F-5033CE3C40A3}" srcId="{C8275F91-3147-49CD-958C-7B23511582C1}" destId="{44F004C8-D70D-403F-9B7A-451612C7D2B1}" srcOrd="6" destOrd="0" parTransId="{38421792-F654-49BC-B362-C8936FC1E489}" sibTransId="{9D5529CA-5D95-4BCB-B462-7E04FFDCBE64}"/>
    <dgm:cxn modelId="{B24857EC-8CC7-49DF-AF46-8DC0DA86FF8C}" type="presOf" srcId="{4E5B9247-AB51-4296-959F-96A674161F3A}" destId="{46AC50C4-A00E-4FA9-B120-9C61CC492C21}" srcOrd="1" destOrd="0" presId="urn:microsoft.com/office/officeart/2005/8/layout/cycle8"/>
    <dgm:cxn modelId="{FFE7D7F0-D920-404A-AB0D-0BCEBD70BAF2}" srcId="{C8275F91-3147-49CD-958C-7B23511582C1}" destId="{84B58548-EA73-4268-947A-A75AB8036E5E}" srcOrd="4" destOrd="0" parTransId="{E4634458-2B2C-4358-B91C-439B01DEE184}" sibTransId="{84EB4443-0AC9-4791-B4AC-B06140C95F41}"/>
    <dgm:cxn modelId="{E92D1AFA-F70A-428D-9029-959354E6E6E5}" type="presOf" srcId="{8294B387-8F50-4955-A023-CFB725D0D2EC}" destId="{86CF1EF0-CE9C-4188-9EA4-CB1E4725BF7F}" srcOrd="0" destOrd="0" presId="urn:microsoft.com/office/officeart/2005/8/layout/cycle8"/>
    <dgm:cxn modelId="{604AFAC9-9D39-4460-ADF8-FCF4E982AFF5}" type="presParOf" srcId="{A04743E1-E6E3-4D95-9114-36A45BB1E93A}" destId="{A657E6C7-E063-461D-AF89-0D56338A9EA6}" srcOrd="0" destOrd="0" presId="urn:microsoft.com/office/officeart/2005/8/layout/cycle8"/>
    <dgm:cxn modelId="{D878E9F6-D230-4B06-9BAE-52C0B0C23AA7}" type="presParOf" srcId="{A04743E1-E6E3-4D95-9114-36A45BB1E93A}" destId="{E09C4B5F-E0F5-41FA-99C3-6B4458F7AA25}" srcOrd="1" destOrd="0" presId="urn:microsoft.com/office/officeart/2005/8/layout/cycle8"/>
    <dgm:cxn modelId="{5C5091E6-7B24-458E-8A7B-4BE86B76F93C}" type="presParOf" srcId="{A04743E1-E6E3-4D95-9114-36A45BB1E93A}" destId="{06784093-0E63-4414-854A-9D160E192D5A}" srcOrd="2" destOrd="0" presId="urn:microsoft.com/office/officeart/2005/8/layout/cycle8"/>
    <dgm:cxn modelId="{F69D7C41-83C4-4FE8-A266-C94E251AED79}" type="presParOf" srcId="{A04743E1-E6E3-4D95-9114-36A45BB1E93A}" destId="{2378379B-19C6-4294-933F-A634C1B231A6}" srcOrd="3" destOrd="0" presId="urn:microsoft.com/office/officeart/2005/8/layout/cycle8"/>
    <dgm:cxn modelId="{423CE388-8D38-482B-9350-D5E339A43C6A}" type="presParOf" srcId="{A04743E1-E6E3-4D95-9114-36A45BB1E93A}" destId="{86CF1EF0-CE9C-4188-9EA4-CB1E4725BF7F}" srcOrd="4" destOrd="0" presId="urn:microsoft.com/office/officeart/2005/8/layout/cycle8"/>
    <dgm:cxn modelId="{7694B4DD-3D7D-4137-9C88-7CCF1B8D9E82}" type="presParOf" srcId="{A04743E1-E6E3-4D95-9114-36A45BB1E93A}" destId="{CA31A6F7-CD78-4701-9199-63E499038638}" srcOrd="5" destOrd="0" presId="urn:microsoft.com/office/officeart/2005/8/layout/cycle8"/>
    <dgm:cxn modelId="{391B36DB-BACD-4AA5-9B76-BBAAD55493D8}" type="presParOf" srcId="{A04743E1-E6E3-4D95-9114-36A45BB1E93A}" destId="{6D4CF110-31E2-46EC-9798-490DC4E8498D}" srcOrd="6" destOrd="0" presId="urn:microsoft.com/office/officeart/2005/8/layout/cycle8"/>
    <dgm:cxn modelId="{2894941D-CF4D-4CD6-AC0F-6E31CBAB77E1}" type="presParOf" srcId="{A04743E1-E6E3-4D95-9114-36A45BB1E93A}" destId="{120D0A07-0737-41E0-B387-617632204924}" srcOrd="7" destOrd="0" presId="urn:microsoft.com/office/officeart/2005/8/layout/cycle8"/>
    <dgm:cxn modelId="{86502EE0-6D40-4827-BF15-0D173BBF9D8F}" type="presParOf" srcId="{A04743E1-E6E3-4D95-9114-36A45BB1E93A}" destId="{33BFB657-FC7D-432A-B661-5A29017EC7AA}" srcOrd="8" destOrd="0" presId="urn:microsoft.com/office/officeart/2005/8/layout/cycle8"/>
    <dgm:cxn modelId="{63A21ED4-C952-4D48-8297-8BDA85E76B54}" type="presParOf" srcId="{A04743E1-E6E3-4D95-9114-36A45BB1E93A}" destId="{E0C23B68-0C68-449E-B83E-FBD5EE22AAD1}" srcOrd="9" destOrd="0" presId="urn:microsoft.com/office/officeart/2005/8/layout/cycle8"/>
    <dgm:cxn modelId="{2C523603-8A28-4289-9942-7E07B50FB33A}" type="presParOf" srcId="{A04743E1-E6E3-4D95-9114-36A45BB1E93A}" destId="{4DB5048B-A98F-43F6-9A4E-8F36655DF3DC}" srcOrd="10" destOrd="0" presId="urn:microsoft.com/office/officeart/2005/8/layout/cycle8"/>
    <dgm:cxn modelId="{2BC067D6-29DA-45A8-BF46-A1F623141C5A}" type="presParOf" srcId="{A04743E1-E6E3-4D95-9114-36A45BB1E93A}" destId="{46AC50C4-A00E-4FA9-B120-9C61CC492C21}" srcOrd="11" destOrd="0" presId="urn:microsoft.com/office/officeart/2005/8/layout/cycle8"/>
    <dgm:cxn modelId="{943DDDD8-DCCC-4101-9CD7-B429EF5E69B7}" type="presParOf" srcId="{A04743E1-E6E3-4D95-9114-36A45BB1E93A}" destId="{26F1960C-D0D9-43D8-8CE6-FC7DCBAC0C2C}" srcOrd="12" destOrd="0" presId="urn:microsoft.com/office/officeart/2005/8/layout/cycle8"/>
    <dgm:cxn modelId="{31D7BFA0-6B39-4BC3-B115-44D1532F1CE3}" type="presParOf" srcId="{A04743E1-E6E3-4D95-9114-36A45BB1E93A}" destId="{4720AAAE-53D5-4BA7-A97B-3E23B095C319}" srcOrd="13" destOrd="0" presId="urn:microsoft.com/office/officeart/2005/8/layout/cycle8"/>
    <dgm:cxn modelId="{B847DE66-29AD-462D-B89F-23C41E024673}" type="presParOf" srcId="{A04743E1-E6E3-4D95-9114-36A45BB1E93A}" destId="{0D5BB0B3-3065-482A-A018-1A634B103748}" srcOrd="14" destOrd="0" presId="urn:microsoft.com/office/officeart/2005/8/layout/cycle8"/>
    <dgm:cxn modelId="{1D0CA1FF-8E43-4063-93F1-0DAD74607A51}" type="presParOf" srcId="{A04743E1-E6E3-4D95-9114-36A45BB1E93A}" destId="{B8EE7C84-9C77-4A4B-8E77-CDDF4ECE814D}" srcOrd="15" destOrd="0" presId="urn:microsoft.com/office/officeart/2005/8/layout/cycle8"/>
    <dgm:cxn modelId="{4D55149E-2C29-421F-A210-0040DE411A8F}" type="presParOf" srcId="{A04743E1-E6E3-4D95-9114-36A45BB1E93A}" destId="{2CC2AB28-0917-4BD5-BC47-1FA3660E26FB}" srcOrd="16" destOrd="0" presId="urn:microsoft.com/office/officeart/2005/8/layout/cycle8"/>
    <dgm:cxn modelId="{A2CD5B2D-CECF-4E95-A9E5-04A42273800F}" type="presParOf" srcId="{A04743E1-E6E3-4D95-9114-36A45BB1E93A}" destId="{1AE11068-DD3C-4535-857A-9E301945B1F5}" srcOrd="17" destOrd="0" presId="urn:microsoft.com/office/officeart/2005/8/layout/cycle8"/>
    <dgm:cxn modelId="{54B65194-368F-4F74-8324-7A61947E3D8C}" type="presParOf" srcId="{A04743E1-E6E3-4D95-9114-36A45BB1E93A}" destId="{331388E6-D4D2-4B38-A117-13DB8FA664B2}" srcOrd="18" destOrd="0" presId="urn:microsoft.com/office/officeart/2005/8/layout/cycle8"/>
    <dgm:cxn modelId="{CCFA058A-BF8E-4201-92C2-DDD6E039FE40}" type="presParOf" srcId="{A04743E1-E6E3-4D95-9114-36A45BB1E93A}" destId="{D6249AEF-2176-41E4-852D-EAD1B80CD4DB}" srcOrd="19" destOrd="0" presId="urn:microsoft.com/office/officeart/2005/8/layout/cycle8"/>
    <dgm:cxn modelId="{CA2D1BD5-93BD-4AD6-A7A7-3C8725C8701A}" type="presParOf" srcId="{A04743E1-E6E3-4D95-9114-36A45BB1E93A}" destId="{E50A6D19-816D-46B2-84FB-0E423ED6522B}" srcOrd="20" destOrd="0" presId="urn:microsoft.com/office/officeart/2005/8/layout/cycle8"/>
    <dgm:cxn modelId="{333C2405-548C-4292-A890-C5E71A77FD98}" type="presParOf" srcId="{A04743E1-E6E3-4D95-9114-36A45BB1E93A}" destId="{F0286B36-1127-4422-8694-38371BF0EF3D}" srcOrd="21" destOrd="0" presId="urn:microsoft.com/office/officeart/2005/8/layout/cycle8"/>
    <dgm:cxn modelId="{759D9DEC-67A0-4156-A64A-C05EC8376AAB}" type="presParOf" srcId="{A04743E1-E6E3-4D95-9114-36A45BB1E93A}" destId="{0FFBE71D-4E8E-4F08-83FE-3F652B7EA7D5}" srcOrd="22" destOrd="0" presId="urn:microsoft.com/office/officeart/2005/8/layout/cycle8"/>
    <dgm:cxn modelId="{6D0F60E6-F549-472D-8AC4-C75BE78EEBFA}" type="presParOf" srcId="{A04743E1-E6E3-4D95-9114-36A45BB1E93A}" destId="{E389BD04-5DA1-4C87-B546-03C258619182}" srcOrd="23" destOrd="0" presId="urn:microsoft.com/office/officeart/2005/8/layout/cycle8"/>
    <dgm:cxn modelId="{777E1E2F-3620-406C-B186-41F1D6CD9F31}" type="presParOf" srcId="{A04743E1-E6E3-4D95-9114-36A45BB1E93A}" destId="{814127A0-2A5F-4FC4-AAF1-CF5E3ABF2CD1}" srcOrd="24" destOrd="0" presId="urn:microsoft.com/office/officeart/2005/8/layout/cycle8"/>
    <dgm:cxn modelId="{A6CFC6B2-D88B-4872-9DFB-3B491946B768}" type="presParOf" srcId="{A04743E1-E6E3-4D95-9114-36A45BB1E93A}" destId="{2938B6F8-7343-4D31-AD48-AC82601A3AA1}" srcOrd="25" destOrd="0" presId="urn:microsoft.com/office/officeart/2005/8/layout/cycle8"/>
    <dgm:cxn modelId="{C5065FDF-567A-42D8-BF1F-8F24A687E1CC}" type="presParOf" srcId="{A04743E1-E6E3-4D95-9114-36A45BB1E93A}" destId="{646F295B-E05F-4E87-82A6-99176128862D}" srcOrd="26" destOrd="0" presId="urn:microsoft.com/office/officeart/2005/8/layout/cycle8"/>
    <dgm:cxn modelId="{A337881B-4A2F-4A3E-96C4-BB88079CA534}" type="presParOf" srcId="{A04743E1-E6E3-4D95-9114-36A45BB1E93A}" destId="{12005570-3A65-46C3-BD50-7036DA53F357}" srcOrd="27" destOrd="0" presId="urn:microsoft.com/office/officeart/2005/8/layout/cycle8"/>
    <dgm:cxn modelId="{8297FBD2-D5EA-4586-ACBE-CA282A256D80}" type="presParOf" srcId="{A04743E1-E6E3-4D95-9114-36A45BB1E93A}" destId="{4464C61B-72D0-486E-B007-7BC5A72B41D1}" srcOrd="28" destOrd="0" presId="urn:microsoft.com/office/officeart/2005/8/layout/cycle8"/>
    <dgm:cxn modelId="{871384B0-8009-4EE1-BD19-023EFA744969}" type="presParOf" srcId="{A04743E1-E6E3-4D95-9114-36A45BB1E93A}" destId="{01360E09-146B-4984-BB44-16593CF9518B}" srcOrd="29" destOrd="0" presId="urn:microsoft.com/office/officeart/2005/8/layout/cycle8"/>
    <dgm:cxn modelId="{650D5310-8D45-4BE8-8BC9-15025C120AFB}" type="presParOf" srcId="{A04743E1-E6E3-4D95-9114-36A45BB1E93A}" destId="{3E2D283D-D138-4251-A39D-8DA3459A4A43}" srcOrd="30" destOrd="0" presId="urn:microsoft.com/office/officeart/2005/8/layout/cycle8"/>
    <dgm:cxn modelId="{64608E52-3BE7-4B63-9C25-5C41A9CF26CE}" type="presParOf" srcId="{A04743E1-E6E3-4D95-9114-36A45BB1E93A}" destId="{DDC55EED-A026-4958-BA40-7C5A9E8028B2}" srcOrd="31" destOrd="0" presId="urn:microsoft.com/office/officeart/2005/8/layout/cycle8"/>
    <dgm:cxn modelId="{EE4F5347-B84B-40EE-9321-CEDE31226B6D}" type="presParOf" srcId="{A04743E1-E6E3-4D95-9114-36A45BB1E93A}" destId="{F99D9F88-8DA8-4CB3-B2C1-4D986D6DB297}" srcOrd="32" destOrd="0" presId="urn:microsoft.com/office/officeart/2005/8/layout/cycle8"/>
    <dgm:cxn modelId="{9833FC18-F4A3-45BB-8283-7906B8426C70}" type="presParOf" srcId="{A04743E1-E6E3-4D95-9114-36A45BB1E93A}" destId="{DBB53213-B9B1-46C9-80F2-B4CDE1E60566}" srcOrd="33" destOrd="0" presId="urn:microsoft.com/office/officeart/2005/8/layout/cycle8"/>
    <dgm:cxn modelId="{08D08D12-0235-4B3E-9C61-61C83C4642F5}" type="presParOf" srcId="{A04743E1-E6E3-4D95-9114-36A45BB1E93A}" destId="{11771733-DFB6-4B8C-BF11-03EFB28EC9E6}" srcOrd="3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7597E9-841F-418B-984B-9EF5BE576772}">
      <dsp:nvSpPr>
        <dsp:cNvPr id="0" name=""/>
        <dsp:cNvSpPr/>
      </dsp:nvSpPr>
      <dsp:spPr>
        <a:xfrm>
          <a:off x="18535" y="659889"/>
          <a:ext cx="1080124" cy="108012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72B2B1-63B7-4300-8629-F852F2DE1DC5}">
      <dsp:nvSpPr>
        <dsp:cNvPr id="0" name=""/>
        <dsp:cNvSpPr/>
      </dsp:nvSpPr>
      <dsp:spPr>
        <a:xfrm>
          <a:off x="245361" y="886715"/>
          <a:ext cx="626472" cy="62647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54AD86-43D7-47C6-96CB-7DBA92C0E16F}">
      <dsp:nvSpPr>
        <dsp:cNvPr id="0" name=""/>
        <dsp:cNvSpPr/>
      </dsp:nvSpPr>
      <dsp:spPr>
        <a:xfrm>
          <a:off x="1330115" y="659889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Login &amp; Registration via </a:t>
          </a:r>
          <a:r>
            <a:rPr lang="en-US" sz="2300" kern="1200" dirty="0" err="1"/>
            <a:t>Streamlit</a:t>
          </a:r>
          <a:r>
            <a:rPr lang="en-US" sz="2300" kern="1200" dirty="0"/>
            <a:t> UI</a:t>
          </a:r>
        </a:p>
      </dsp:txBody>
      <dsp:txXfrm>
        <a:off x="1330115" y="659889"/>
        <a:ext cx="2546008" cy="1080124"/>
      </dsp:txXfrm>
    </dsp:sp>
    <dsp:sp modelId="{20F638D5-02A1-4A16-991A-F6E829CAE18D}">
      <dsp:nvSpPr>
        <dsp:cNvPr id="0" name=""/>
        <dsp:cNvSpPr/>
      </dsp:nvSpPr>
      <dsp:spPr>
        <a:xfrm>
          <a:off x="4319746" y="659889"/>
          <a:ext cx="1080124" cy="108012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5B0134-1EBE-4EEC-AE35-C68F803BA2FE}">
      <dsp:nvSpPr>
        <dsp:cNvPr id="0" name=""/>
        <dsp:cNvSpPr/>
      </dsp:nvSpPr>
      <dsp:spPr>
        <a:xfrm>
          <a:off x="4546573" y="886715"/>
          <a:ext cx="626472" cy="62647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A76A08-B855-4B21-90D0-323C3EBEF54A}">
      <dsp:nvSpPr>
        <dsp:cNvPr id="0" name=""/>
        <dsp:cNvSpPr/>
      </dsp:nvSpPr>
      <dsp:spPr>
        <a:xfrm>
          <a:off x="5631327" y="659889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Credentials stored in </a:t>
          </a:r>
          <a:r>
            <a:rPr lang="en-US" sz="2300" kern="1200" dirty="0" err="1"/>
            <a:t>users.json</a:t>
          </a:r>
          <a:endParaRPr lang="en-US" sz="2300" kern="1200" dirty="0"/>
        </a:p>
      </dsp:txBody>
      <dsp:txXfrm>
        <a:off x="5631327" y="659889"/>
        <a:ext cx="2546008" cy="1080124"/>
      </dsp:txXfrm>
    </dsp:sp>
    <dsp:sp modelId="{2102A1D0-2C05-4AB2-89A0-2840F630D724}">
      <dsp:nvSpPr>
        <dsp:cNvPr id="0" name=""/>
        <dsp:cNvSpPr/>
      </dsp:nvSpPr>
      <dsp:spPr>
        <a:xfrm>
          <a:off x="18535" y="2452790"/>
          <a:ext cx="1080124" cy="108012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E331C1-4039-42C2-8F23-D3E6E2651CE2}">
      <dsp:nvSpPr>
        <dsp:cNvPr id="0" name=""/>
        <dsp:cNvSpPr/>
      </dsp:nvSpPr>
      <dsp:spPr>
        <a:xfrm>
          <a:off x="245361" y="2679617"/>
          <a:ext cx="626472" cy="62647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6B229D-8211-4AC4-B0C4-4C67E93BD2D9}">
      <dsp:nvSpPr>
        <dsp:cNvPr id="0" name=""/>
        <dsp:cNvSpPr/>
      </dsp:nvSpPr>
      <dsp:spPr>
        <a:xfrm>
          <a:off x="1330115" y="2452790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Each user has profile image, history, and data stored</a:t>
          </a:r>
        </a:p>
      </dsp:txBody>
      <dsp:txXfrm>
        <a:off x="1330115" y="2452790"/>
        <a:ext cx="2546008" cy="1080124"/>
      </dsp:txXfrm>
    </dsp:sp>
    <dsp:sp modelId="{986F6B20-7A31-4EBC-BAEB-CD68F098A3BC}">
      <dsp:nvSpPr>
        <dsp:cNvPr id="0" name=""/>
        <dsp:cNvSpPr/>
      </dsp:nvSpPr>
      <dsp:spPr>
        <a:xfrm>
          <a:off x="4319746" y="2452790"/>
          <a:ext cx="1080124" cy="108012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6FEC46-FAA5-42D8-B9F5-62F9862903DE}">
      <dsp:nvSpPr>
        <dsp:cNvPr id="0" name=""/>
        <dsp:cNvSpPr/>
      </dsp:nvSpPr>
      <dsp:spPr>
        <a:xfrm>
          <a:off x="4546573" y="2679617"/>
          <a:ext cx="626472" cy="62647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132D77-2D67-4F98-8008-D07CCA6CF259}">
      <dsp:nvSpPr>
        <dsp:cNvPr id="0" name=""/>
        <dsp:cNvSpPr/>
      </dsp:nvSpPr>
      <dsp:spPr>
        <a:xfrm>
          <a:off x="5631327" y="2452790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Logout &amp; Clear History options in sidebar</a:t>
          </a:r>
        </a:p>
      </dsp:txBody>
      <dsp:txXfrm>
        <a:off x="5631327" y="2452790"/>
        <a:ext cx="2546008" cy="10801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C53F76-A44A-4056-A216-E200CA4202E9}">
      <dsp:nvSpPr>
        <dsp:cNvPr id="0" name=""/>
        <dsp:cNvSpPr/>
      </dsp:nvSpPr>
      <dsp:spPr>
        <a:xfrm>
          <a:off x="0" y="2288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6B3D89-CB04-4B88-B7A6-691842B2BCAA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8B7B0D-D36B-42BC-ADC4-94C836413967}">
      <dsp:nvSpPr>
        <dsp:cNvPr id="0" name=""/>
        <dsp:cNvSpPr/>
      </dsp:nvSpPr>
      <dsp:spPr>
        <a:xfrm>
          <a:off x="1339618" y="2288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Abadi" panose="020B0604020104020204" pitchFamily="34" charset="0"/>
            </a:rPr>
            <a:t>Predefined list of skill keywords</a:t>
          </a:r>
        </a:p>
      </dsp:txBody>
      <dsp:txXfrm>
        <a:off x="1339618" y="2288"/>
        <a:ext cx="3433549" cy="1159843"/>
      </dsp:txXfrm>
    </dsp:sp>
    <dsp:sp modelId="{60899AC7-E629-4429-8F3B-24EDDB2CC82A}">
      <dsp:nvSpPr>
        <dsp:cNvPr id="0" name=""/>
        <dsp:cNvSpPr/>
      </dsp:nvSpPr>
      <dsp:spPr>
        <a:xfrm>
          <a:off x="0" y="1452092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26FDED-A2C6-492C-A029-E761D1314D94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9EE564-1EB4-4FDC-8D06-6E48F954F20B}">
      <dsp:nvSpPr>
        <dsp:cNvPr id="0" name=""/>
        <dsp:cNvSpPr/>
      </dsp:nvSpPr>
      <dsp:spPr>
        <a:xfrm>
          <a:off x="1339618" y="1452092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Abadi" panose="020B0604020104020204" pitchFamily="34" charset="0"/>
            </a:rPr>
            <a:t>Extracts text from PDF or DOCX</a:t>
          </a:r>
        </a:p>
      </dsp:txBody>
      <dsp:txXfrm>
        <a:off x="1339618" y="1452092"/>
        <a:ext cx="3433549" cy="1159843"/>
      </dsp:txXfrm>
    </dsp:sp>
    <dsp:sp modelId="{503BDEC8-918A-4823-9BA9-DE80E8677F9C}">
      <dsp:nvSpPr>
        <dsp:cNvPr id="0" name=""/>
        <dsp:cNvSpPr/>
      </dsp:nvSpPr>
      <dsp:spPr>
        <a:xfrm>
          <a:off x="0" y="2901896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E33AA1-FA58-4B29-BB1D-E2A0B8D942C0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AA622B-F94D-409F-885C-FF70CED2915C}">
      <dsp:nvSpPr>
        <dsp:cNvPr id="0" name=""/>
        <dsp:cNvSpPr/>
      </dsp:nvSpPr>
      <dsp:spPr>
        <a:xfrm>
          <a:off x="1339618" y="2901896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Abadi" panose="020B0604020104020204" pitchFamily="34" charset="0"/>
            </a:rPr>
            <a:t>Searches for keyword patterns using regex</a:t>
          </a:r>
        </a:p>
      </dsp:txBody>
      <dsp:txXfrm>
        <a:off x="1339618" y="2901896"/>
        <a:ext cx="3433549" cy="1159843"/>
      </dsp:txXfrm>
    </dsp:sp>
    <dsp:sp modelId="{58CD81B2-8526-447E-8222-637CF2AB9326}">
      <dsp:nvSpPr>
        <dsp:cNvPr id="0" name=""/>
        <dsp:cNvSpPr/>
      </dsp:nvSpPr>
      <dsp:spPr>
        <a:xfrm>
          <a:off x="0" y="4351700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FCA45B-D493-44BF-BBA3-B66103EF2318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11F3AA-911F-4530-8CA5-E1358BD44D01}">
      <dsp:nvSpPr>
        <dsp:cNvPr id="0" name=""/>
        <dsp:cNvSpPr/>
      </dsp:nvSpPr>
      <dsp:spPr>
        <a:xfrm>
          <a:off x="1339618" y="4351700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Abadi" panose="020B0604020104020204" pitchFamily="34" charset="0"/>
            </a:rPr>
            <a:t>Produces Resume Skills &amp; Job Skills</a:t>
          </a:r>
        </a:p>
      </dsp:txBody>
      <dsp:txXfrm>
        <a:off x="1339618" y="4351700"/>
        <a:ext cx="3433549" cy="115984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B3EA3C-F847-4A8D-B83E-DB37B3EFDD45}">
      <dsp:nvSpPr>
        <dsp:cNvPr id="0" name=""/>
        <dsp:cNvSpPr/>
      </dsp:nvSpPr>
      <dsp:spPr>
        <a:xfrm>
          <a:off x="0" y="0"/>
          <a:ext cx="6309360" cy="95729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Intersects Resume &amp; Job skills</a:t>
          </a:r>
        </a:p>
      </dsp:txBody>
      <dsp:txXfrm>
        <a:off x="28038" y="28038"/>
        <a:ext cx="5195473" cy="901218"/>
      </dsp:txXfrm>
    </dsp:sp>
    <dsp:sp modelId="{F695F232-2167-43C5-BA8A-BA81DAE0ADB5}">
      <dsp:nvSpPr>
        <dsp:cNvPr id="0" name=""/>
        <dsp:cNvSpPr/>
      </dsp:nvSpPr>
      <dsp:spPr>
        <a:xfrm>
          <a:off x="528408" y="1131347"/>
          <a:ext cx="6309360" cy="95729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Identifies matched and missing skills</a:t>
          </a:r>
        </a:p>
      </dsp:txBody>
      <dsp:txXfrm>
        <a:off x="556446" y="1159385"/>
        <a:ext cx="5102633" cy="901218"/>
      </dsp:txXfrm>
    </dsp:sp>
    <dsp:sp modelId="{0BD28A98-E658-4F9A-B07E-A73D14C5C90E}">
      <dsp:nvSpPr>
        <dsp:cNvPr id="0" name=""/>
        <dsp:cNvSpPr/>
      </dsp:nvSpPr>
      <dsp:spPr>
        <a:xfrm>
          <a:off x="1048931" y="2262695"/>
          <a:ext cx="6309360" cy="95729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Calculates match % = matched / job skills</a:t>
          </a:r>
        </a:p>
      </dsp:txBody>
      <dsp:txXfrm>
        <a:off x="1076969" y="2290733"/>
        <a:ext cx="5110520" cy="901218"/>
      </dsp:txXfrm>
    </dsp:sp>
    <dsp:sp modelId="{B0C790D9-A3B2-464E-BF8E-21BDB4825D5F}">
      <dsp:nvSpPr>
        <dsp:cNvPr id="0" name=""/>
        <dsp:cNvSpPr/>
      </dsp:nvSpPr>
      <dsp:spPr>
        <a:xfrm>
          <a:off x="1577340" y="3394043"/>
          <a:ext cx="6309360" cy="95729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Displays bar graphs &amp; pie charts using </a:t>
          </a:r>
          <a:r>
            <a:rPr lang="en-US" sz="2500" kern="1200" dirty="0" err="1"/>
            <a:t>Plotly</a:t>
          </a:r>
          <a:endParaRPr lang="en-US" sz="2500" kern="1200" dirty="0"/>
        </a:p>
      </dsp:txBody>
      <dsp:txXfrm>
        <a:off x="1605378" y="3422081"/>
        <a:ext cx="5102633" cy="901218"/>
      </dsp:txXfrm>
    </dsp:sp>
    <dsp:sp modelId="{2F1FF67B-5E42-4B62-9FBC-11BDA77A7BE6}">
      <dsp:nvSpPr>
        <dsp:cNvPr id="0" name=""/>
        <dsp:cNvSpPr/>
      </dsp:nvSpPr>
      <dsp:spPr>
        <a:xfrm>
          <a:off x="5687118" y="733200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5827122" y="733200"/>
        <a:ext cx="342233" cy="468236"/>
      </dsp:txXfrm>
    </dsp:sp>
    <dsp:sp modelId="{A1B26E6A-7781-447A-926F-985572BDCB29}">
      <dsp:nvSpPr>
        <dsp:cNvPr id="0" name=""/>
        <dsp:cNvSpPr/>
      </dsp:nvSpPr>
      <dsp:spPr>
        <a:xfrm>
          <a:off x="6215527" y="1864548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6355531" y="1864548"/>
        <a:ext cx="342233" cy="468236"/>
      </dsp:txXfrm>
    </dsp:sp>
    <dsp:sp modelId="{7AA91485-9635-4D43-8EF0-F6AAF0B15C0A}">
      <dsp:nvSpPr>
        <dsp:cNvPr id="0" name=""/>
        <dsp:cNvSpPr/>
      </dsp:nvSpPr>
      <dsp:spPr>
        <a:xfrm>
          <a:off x="6736049" y="2995896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6876053" y="2995896"/>
        <a:ext cx="342233" cy="46823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11DD80-2DEC-4D4B-A747-A177E66E5A60}">
      <dsp:nvSpPr>
        <dsp:cNvPr id="0" name=""/>
        <dsp:cNvSpPr/>
      </dsp:nvSpPr>
      <dsp:spPr>
        <a:xfrm>
          <a:off x="0" y="552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96FF9A-BFEA-4F9F-8869-55ECBF921A2E}">
      <dsp:nvSpPr>
        <dsp:cNvPr id="0" name=""/>
        <dsp:cNvSpPr/>
      </dsp:nvSpPr>
      <dsp:spPr>
        <a:xfrm>
          <a:off x="391077" y="291436"/>
          <a:ext cx="711049" cy="7110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D2375A-600F-4B51-BFF9-CB0060DF3CE1}">
      <dsp:nvSpPr>
        <dsp:cNvPr id="0" name=""/>
        <dsp:cNvSpPr/>
      </dsp:nvSpPr>
      <dsp:spPr>
        <a:xfrm>
          <a:off x="1493203" y="552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Dataset lookup from Coursera &amp; Udemy CSV files</a:t>
          </a:r>
        </a:p>
      </dsp:txBody>
      <dsp:txXfrm>
        <a:off x="1493203" y="552"/>
        <a:ext cx="6736396" cy="1292816"/>
      </dsp:txXfrm>
    </dsp:sp>
    <dsp:sp modelId="{A8269E19-1A37-4EBD-9223-AA2BF1B8E0E0}">
      <dsp:nvSpPr>
        <dsp:cNvPr id="0" name=""/>
        <dsp:cNvSpPr/>
      </dsp:nvSpPr>
      <dsp:spPr>
        <a:xfrm>
          <a:off x="0" y="161657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C1D4E0-4E83-4436-A169-E24498A59C99}">
      <dsp:nvSpPr>
        <dsp:cNvPr id="0" name=""/>
        <dsp:cNvSpPr/>
      </dsp:nvSpPr>
      <dsp:spPr>
        <a:xfrm>
          <a:off x="391077" y="1907456"/>
          <a:ext cx="711049" cy="7110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DC1CC8-98FD-4033-B716-9AC0535CDD19}">
      <dsp:nvSpPr>
        <dsp:cNvPr id="0" name=""/>
        <dsp:cNvSpPr/>
      </dsp:nvSpPr>
      <dsp:spPr>
        <a:xfrm>
          <a:off x="1493203" y="161657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Finds first matching course for each missing skill</a:t>
          </a:r>
        </a:p>
      </dsp:txBody>
      <dsp:txXfrm>
        <a:off x="1493203" y="1616573"/>
        <a:ext cx="6736396" cy="1292816"/>
      </dsp:txXfrm>
    </dsp:sp>
    <dsp:sp modelId="{99C7A38C-1334-4A11-81E9-3FE5F228A06D}">
      <dsp:nvSpPr>
        <dsp:cNvPr id="0" name=""/>
        <dsp:cNvSpPr/>
      </dsp:nvSpPr>
      <dsp:spPr>
        <a:xfrm>
          <a:off x="0" y="323259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DFC213-5216-4C33-9D10-268A96EB33E1}">
      <dsp:nvSpPr>
        <dsp:cNvPr id="0" name=""/>
        <dsp:cNvSpPr/>
      </dsp:nvSpPr>
      <dsp:spPr>
        <a:xfrm>
          <a:off x="391077" y="3523477"/>
          <a:ext cx="711049" cy="7110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F7E542-EC88-4060-8376-E2EDA0673E37}">
      <dsp:nvSpPr>
        <dsp:cNvPr id="0" name=""/>
        <dsp:cNvSpPr/>
      </dsp:nvSpPr>
      <dsp:spPr>
        <a:xfrm>
          <a:off x="1493203" y="323259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Generates links for user convenience</a:t>
          </a:r>
        </a:p>
      </dsp:txBody>
      <dsp:txXfrm>
        <a:off x="1493203" y="3232593"/>
        <a:ext cx="6736396" cy="129281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FFCAC1-36F6-4D75-8870-C4837B20EB5A}">
      <dsp:nvSpPr>
        <dsp:cNvPr id="0" name=""/>
        <dsp:cNvSpPr/>
      </dsp:nvSpPr>
      <dsp:spPr>
        <a:xfrm>
          <a:off x="25368" y="795493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0E8192-00BB-4473-A8F7-40F73A37620F}">
      <dsp:nvSpPr>
        <dsp:cNvPr id="0" name=""/>
        <dsp:cNvSpPr/>
      </dsp:nvSpPr>
      <dsp:spPr>
        <a:xfrm>
          <a:off x="252752" y="1022877"/>
          <a:ext cx="628012" cy="6280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7F8DDE-430E-46E6-9255-9B052E860B84}">
      <dsp:nvSpPr>
        <dsp:cNvPr id="0" name=""/>
        <dsp:cNvSpPr/>
      </dsp:nvSpPr>
      <dsp:spPr>
        <a:xfrm>
          <a:off x="1340173" y="795493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Saves each session’s match result</a:t>
          </a:r>
        </a:p>
      </dsp:txBody>
      <dsp:txXfrm>
        <a:off x="1340173" y="795493"/>
        <a:ext cx="2552269" cy="1082781"/>
      </dsp:txXfrm>
    </dsp:sp>
    <dsp:sp modelId="{6CF56A94-2AE4-4A30-B08F-80B33A846B6A}">
      <dsp:nvSpPr>
        <dsp:cNvPr id="0" name=""/>
        <dsp:cNvSpPr/>
      </dsp:nvSpPr>
      <dsp:spPr>
        <a:xfrm>
          <a:off x="4337156" y="795493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C11AC3-0BA9-44F2-B6DE-588F1518DE61}">
      <dsp:nvSpPr>
        <dsp:cNvPr id="0" name=""/>
        <dsp:cNvSpPr/>
      </dsp:nvSpPr>
      <dsp:spPr>
        <a:xfrm>
          <a:off x="4564540" y="1022877"/>
          <a:ext cx="628012" cy="6280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848911-0894-4C7A-8AC8-B912FF606A2B}">
      <dsp:nvSpPr>
        <dsp:cNvPr id="0" name=""/>
        <dsp:cNvSpPr/>
      </dsp:nvSpPr>
      <dsp:spPr>
        <a:xfrm>
          <a:off x="5651962" y="795493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Shows past timestamps &amp; matches in sidebar</a:t>
          </a:r>
        </a:p>
      </dsp:txBody>
      <dsp:txXfrm>
        <a:off x="5651962" y="795493"/>
        <a:ext cx="2552269" cy="1082781"/>
      </dsp:txXfrm>
    </dsp:sp>
    <dsp:sp modelId="{1EC4C199-CCC2-4F24-8BE6-AAEE2FE3B6A2}">
      <dsp:nvSpPr>
        <dsp:cNvPr id="0" name=""/>
        <dsp:cNvSpPr/>
      </dsp:nvSpPr>
      <dsp:spPr>
        <a:xfrm>
          <a:off x="25368" y="2647688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956867-CA3D-4D96-AEA7-266661AABD43}">
      <dsp:nvSpPr>
        <dsp:cNvPr id="0" name=""/>
        <dsp:cNvSpPr/>
      </dsp:nvSpPr>
      <dsp:spPr>
        <a:xfrm>
          <a:off x="252752" y="2875072"/>
          <a:ext cx="628012" cy="6280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A0DFDE-4E81-4151-BA69-D92FF7110326}">
      <dsp:nvSpPr>
        <dsp:cNvPr id="0" name=""/>
        <dsp:cNvSpPr/>
      </dsp:nvSpPr>
      <dsp:spPr>
        <a:xfrm>
          <a:off x="1340173" y="2647688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Stores file name of generated PDF</a:t>
          </a:r>
        </a:p>
      </dsp:txBody>
      <dsp:txXfrm>
        <a:off x="1340173" y="2647688"/>
        <a:ext cx="2552269" cy="1082781"/>
      </dsp:txXfrm>
    </dsp:sp>
    <dsp:sp modelId="{B878E6A8-56CE-4304-B120-0037704D7A9B}">
      <dsp:nvSpPr>
        <dsp:cNvPr id="0" name=""/>
        <dsp:cNvSpPr/>
      </dsp:nvSpPr>
      <dsp:spPr>
        <a:xfrm>
          <a:off x="4337156" y="2647688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FD6632-D17D-43DE-AC77-F651221E2D20}">
      <dsp:nvSpPr>
        <dsp:cNvPr id="0" name=""/>
        <dsp:cNvSpPr/>
      </dsp:nvSpPr>
      <dsp:spPr>
        <a:xfrm>
          <a:off x="4564540" y="2875072"/>
          <a:ext cx="628012" cy="62801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812668-BC09-498E-812D-DD5C1ECC22FB}">
      <dsp:nvSpPr>
        <dsp:cNvPr id="0" name=""/>
        <dsp:cNvSpPr/>
      </dsp:nvSpPr>
      <dsp:spPr>
        <a:xfrm>
          <a:off x="5651962" y="2647688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Can clear entire history</a:t>
          </a:r>
        </a:p>
      </dsp:txBody>
      <dsp:txXfrm>
        <a:off x="5651962" y="2647688"/>
        <a:ext cx="2552269" cy="108278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57E6C7-E063-461D-AF89-0D56338A9EA6}">
      <dsp:nvSpPr>
        <dsp:cNvPr id="0" name=""/>
        <dsp:cNvSpPr/>
      </dsp:nvSpPr>
      <dsp:spPr>
        <a:xfrm>
          <a:off x="2253271" y="276083"/>
          <a:ext cx="3801808" cy="3801808"/>
        </a:xfrm>
        <a:prstGeom prst="pie">
          <a:avLst>
            <a:gd name="adj1" fmla="val 16200000"/>
            <a:gd name="adj2" fmla="val 19285716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1. User logs in</a:t>
          </a:r>
        </a:p>
      </dsp:txBody>
      <dsp:txXfrm>
        <a:off x="4250578" y="629108"/>
        <a:ext cx="905192" cy="724154"/>
      </dsp:txXfrm>
    </dsp:sp>
    <dsp:sp modelId="{86CF1EF0-CE9C-4188-9EA4-CB1E4725BF7F}">
      <dsp:nvSpPr>
        <dsp:cNvPr id="0" name=""/>
        <dsp:cNvSpPr/>
      </dsp:nvSpPr>
      <dsp:spPr>
        <a:xfrm>
          <a:off x="2302151" y="337184"/>
          <a:ext cx="3801808" cy="3801808"/>
        </a:xfrm>
        <a:prstGeom prst="pie">
          <a:avLst>
            <a:gd name="adj1" fmla="val 19285716"/>
            <a:gd name="adj2" fmla="val 77142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2. Uploads resume + pastes job description</a:t>
          </a:r>
        </a:p>
      </dsp:txBody>
      <dsp:txXfrm>
        <a:off x="4884213" y="1715339"/>
        <a:ext cx="1040971" cy="633634"/>
      </dsp:txXfrm>
    </dsp:sp>
    <dsp:sp modelId="{33BFB657-FC7D-432A-B661-5A29017EC7AA}">
      <dsp:nvSpPr>
        <dsp:cNvPr id="0" name=""/>
        <dsp:cNvSpPr/>
      </dsp:nvSpPr>
      <dsp:spPr>
        <a:xfrm>
          <a:off x="2284500" y="414125"/>
          <a:ext cx="3801808" cy="3801808"/>
        </a:xfrm>
        <a:prstGeom prst="pie">
          <a:avLst>
            <a:gd name="adj1" fmla="val 771428"/>
            <a:gd name="adj2" fmla="val 3857143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3. System extracts skills</a:t>
          </a:r>
        </a:p>
      </dsp:txBody>
      <dsp:txXfrm>
        <a:off x="4725805" y="2665792"/>
        <a:ext cx="905192" cy="701524"/>
      </dsp:txXfrm>
    </dsp:sp>
    <dsp:sp modelId="{26F1960C-D0D9-43D8-8CE6-FC7DCBAC0C2C}">
      <dsp:nvSpPr>
        <dsp:cNvPr id="0" name=""/>
        <dsp:cNvSpPr/>
      </dsp:nvSpPr>
      <dsp:spPr>
        <a:xfrm>
          <a:off x="2213895" y="448070"/>
          <a:ext cx="3801808" cy="3801808"/>
        </a:xfrm>
        <a:prstGeom prst="pie">
          <a:avLst>
            <a:gd name="adj1" fmla="val 3857226"/>
            <a:gd name="adj2" fmla="val 694285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4. Calculates match statistics</a:t>
          </a:r>
        </a:p>
      </dsp:txBody>
      <dsp:txXfrm>
        <a:off x="3673518" y="3435205"/>
        <a:ext cx="882562" cy="633634"/>
      </dsp:txXfrm>
    </dsp:sp>
    <dsp:sp modelId="{2CC2AB28-0917-4BD5-BC47-1FA3660E26FB}">
      <dsp:nvSpPr>
        <dsp:cNvPr id="0" name=""/>
        <dsp:cNvSpPr/>
      </dsp:nvSpPr>
      <dsp:spPr>
        <a:xfrm>
          <a:off x="2143290" y="414125"/>
          <a:ext cx="3801808" cy="3801808"/>
        </a:xfrm>
        <a:prstGeom prst="pie">
          <a:avLst>
            <a:gd name="adj1" fmla="val 6942858"/>
            <a:gd name="adj2" fmla="val 10028574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5. Suggests courses</a:t>
          </a:r>
        </a:p>
      </dsp:txBody>
      <dsp:txXfrm>
        <a:off x="2598602" y="2665792"/>
        <a:ext cx="905192" cy="701524"/>
      </dsp:txXfrm>
    </dsp:sp>
    <dsp:sp modelId="{E50A6D19-816D-46B2-84FB-0E423ED6522B}">
      <dsp:nvSpPr>
        <dsp:cNvPr id="0" name=""/>
        <dsp:cNvSpPr/>
      </dsp:nvSpPr>
      <dsp:spPr>
        <a:xfrm>
          <a:off x="2125639" y="337184"/>
          <a:ext cx="3801808" cy="3801808"/>
        </a:xfrm>
        <a:prstGeom prst="pie">
          <a:avLst>
            <a:gd name="adj1" fmla="val 10028574"/>
            <a:gd name="adj2" fmla="val 13114284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6. Generates PDF report</a:t>
          </a:r>
        </a:p>
      </dsp:txBody>
      <dsp:txXfrm>
        <a:off x="2304414" y="1715339"/>
        <a:ext cx="1040971" cy="633634"/>
      </dsp:txXfrm>
    </dsp:sp>
    <dsp:sp modelId="{814127A0-2A5F-4FC4-AAF1-CF5E3ABF2CD1}">
      <dsp:nvSpPr>
        <dsp:cNvPr id="0" name=""/>
        <dsp:cNvSpPr/>
      </dsp:nvSpPr>
      <dsp:spPr>
        <a:xfrm>
          <a:off x="2174519" y="276083"/>
          <a:ext cx="3801808" cy="3801808"/>
        </a:xfrm>
        <a:prstGeom prst="pie">
          <a:avLst>
            <a:gd name="adj1" fmla="val 13114284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7. Saves result to history</a:t>
          </a:r>
        </a:p>
      </dsp:txBody>
      <dsp:txXfrm>
        <a:off x="3073828" y="629108"/>
        <a:ext cx="905192" cy="724154"/>
      </dsp:txXfrm>
    </dsp:sp>
    <dsp:sp modelId="{4464C61B-72D0-486E-B007-7BC5A72B41D1}">
      <dsp:nvSpPr>
        <dsp:cNvPr id="0" name=""/>
        <dsp:cNvSpPr/>
      </dsp:nvSpPr>
      <dsp:spPr>
        <a:xfrm>
          <a:off x="2017731" y="40733"/>
          <a:ext cx="4272509" cy="4272509"/>
        </a:xfrm>
        <a:prstGeom prst="circularArrow">
          <a:avLst>
            <a:gd name="adj1" fmla="val 5085"/>
            <a:gd name="adj2" fmla="val 327528"/>
            <a:gd name="adj3" fmla="val 18957827"/>
            <a:gd name="adj4" fmla="val 16200343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360E09-146B-4984-BB44-16593CF9518B}">
      <dsp:nvSpPr>
        <dsp:cNvPr id="0" name=""/>
        <dsp:cNvSpPr/>
      </dsp:nvSpPr>
      <dsp:spPr>
        <a:xfrm>
          <a:off x="2066919" y="102104"/>
          <a:ext cx="4272509" cy="4272509"/>
        </a:xfrm>
        <a:prstGeom prst="circularArrow">
          <a:avLst>
            <a:gd name="adj1" fmla="val 5085"/>
            <a:gd name="adj2" fmla="val 327528"/>
            <a:gd name="adj3" fmla="val 443744"/>
            <a:gd name="adj4" fmla="val 19285776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2D283D-D138-4251-A39D-8DA3459A4A43}">
      <dsp:nvSpPr>
        <dsp:cNvPr id="0" name=""/>
        <dsp:cNvSpPr/>
      </dsp:nvSpPr>
      <dsp:spPr>
        <a:xfrm>
          <a:off x="2049205" y="178867"/>
          <a:ext cx="4272509" cy="4272509"/>
        </a:xfrm>
        <a:prstGeom prst="circularArrow">
          <a:avLst>
            <a:gd name="adj1" fmla="val 5085"/>
            <a:gd name="adj2" fmla="val 327528"/>
            <a:gd name="adj3" fmla="val 3529100"/>
            <a:gd name="adj4" fmla="val 770764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C55EED-A026-4958-BA40-7C5A9E8028B2}">
      <dsp:nvSpPr>
        <dsp:cNvPr id="0" name=""/>
        <dsp:cNvSpPr/>
      </dsp:nvSpPr>
      <dsp:spPr>
        <a:xfrm>
          <a:off x="1978545" y="212620"/>
          <a:ext cx="4272509" cy="4272509"/>
        </a:xfrm>
        <a:prstGeom prst="circularArrow">
          <a:avLst>
            <a:gd name="adj1" fmla="val 5085"/>
            <a:gd name="adj2" fmla="val 327528"/>
            <a:gd name="adj3" fmla="val 6615046"/>
            <a:gd name="adj4" fmla="val 3857426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9D9F88-8DA8-4CB3-B2C1-4D986D6DB297}">
      <dsp:nvSpPr>
        <dsp:cNvPr id="0" name=""/>
        <dsp:cNvSpPr/>
      </dsp:nvSpPr>
      <dsp:spPr>
        <a:xfrm>
          <a:off x="1907885" y="178867"/>
          <a:ext cx="4272509" cy="4272509"/>
        </a:xfrm>
        <a:prstGeom prst="circularArrow">
          <a:avLst>
            <a:gd name="adj1" fmla="val 5085"/>
            <a:gd name="adj2" fmla="val 327528"/>
            <a:gd name="adj3" fmla="val 9701707"/>
            <a:gd name="adj4" fmla="val 6943371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B53213-B9B1-46C9-80F2-B4CDE1E60566}">
      <dsp:nvSpPr>
        <dsp:cNvPr id="0" name=""/>
        <dsp:cNvSpPr/>
      </dsp:nvSpPr>
      <dsp:spPr>
        <a:xfrm>
          <a:off x="1890171" y="102104"/>
          <a:ext cx="4272509" cy="4272509"/>
        </a:xfrm>
        <a:prstGeom prst="circularArrow">
          <a:avLst>
            <a:gd name="adj1" fmla="val 5085"/>
            <a:gd name="adj2" fmla="val 327528"/>
            <a:gd name="adj3" fmla="val 12786695"/>
            <a:gd name="adj4" fmla="val 10028727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771733-DFB6-4B8C-BF11-03EFB28EC9E6}">
      <dsp:nvSpPr>
        <dsp:cNvPr id="0" name=""/>
        <dsp:cNvSpPr/>
      </dsp:nvSpPr>
      <dsp:spPr>
        <a:xfrm>
          <a:off x="1939359" y="40733"/>
          <a:ext cx="4272509" cy="4272509"/>
        </a:xfrm>
        <a:prstGeom prst="circularArrow">
          <a:avLst>
            <a:gd name="adj1" fmla="val 5085"/>
            <a:gd name="adj2" fmla="val 327528"/>
            <a:gd name="adj3" fmla="val 15872129"/>
            <a:gd name="adj4" fmla="val 13114645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 descr="Pen placed on top of a signature line">
            <a:extLst>
              <a:ext uri="{FF2B5EF4-FFF2-40B4-BE49-F238E27FC236}">
                <a16:creationId xmlns:a16="http://schemas.microsoft.com/office/drawing/2014/main" id="{5E3BEF0F-177B-9D46-F582-876791F7C9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00" r="-1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8870DEF6-46A2-D4F8-8BE6-91165D93E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950" y="1860919"/>
            <a:ext cx="3731460" cy="3108645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7896" y="2299176"/>
            <a:ext cx="3098526" cy="1466578"/>
          </a:xfrm>
        </p:spPr>
        <p:txBody>
          <a:bodyPr anchor="t">
            <a:normAutofit fontScale="90000"/>
          </a:bodyPr>
          <a:lstStyle/>
          <a:p>
            <a:pPr algn="l">
              <a:lnSpc>
                <a:spcPct val="90000"/>
              </a:lnSpc>
            </a:pPr>
            <a:r>
              <a:rPr lang="en-US" sz="4900" b="1" dirty="0"/>
              <a:t>Pathfinder</a:t>
            </a:r>
            <a:br>
              <a:rPr lang="en-US" sz="2600" dirty="0"/>
            </a:br>
            <a:r>
              <a:rPr lang="en-US" sz="2600" dirty="0"/>
              <a:t>Resume Matcher &amp; Skill Recommender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22632D6-DED9-FDEC-FD9F-09FF0A454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52377" y="403477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E762FCA-CB65-E529-0CB3-46DABF01470C}"/>
              </a:ext>
            </a:extLst>
          </p:cNvPr>
          <p:cNvSpPr txBox="1"/>
          <p:nvPr/>
        </p:nvSpPr>
        <p:spPr>
          <a:xfrm>
            <a:off x="5703103" y="4876800"/>
            <a:ext cx="314632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Team-D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Rithvik Goud Mushkam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Saransh Thakran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Subhasree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Yenigalla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Sahithya Varma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3861D2-8230-4E64-F8C8-130575EFC864}"/>
              </a:ext>
            </a:extLst>
          </p:cNvPr>
          <p:cNvSpPr txBox="1"/>
          <p:nvPr/>
        </p:nvSpPr>
        <p:spPr>
          <a:xfrm>
            <a:off x="245806" y="5798874"/>
            <a:ext cx="3274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Sangeetha Mahalingam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4168866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dirty="0">
                <a:latin typeface="Aharoni" panose="02010803020104030203" pitchFamily="2" charset="-79"/>
                <a:ea typeface="ADLaM Display" panose="020F0502020204030204" pitchFamily="2" charset="0"/>
                <a:cs typeface="Aharoni" panose="02010803020104030203" pitchFamily="2" charset="-79"/>
              </a:rPr>
              <a:t>What This App Does</a:t>
            </a: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9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4168866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IN" sz="2200" dirty="0">
                <a:latin typeface="Abadi" panose="020F0502020204030204" pitchFamily="34" charset="0"/>
                <a:cs typeface="AngsanaUPC" panose="020B0502040204020203" pitchFamily="18" charset="-34"/>
              </a:rPr>
              <a:t>Analyses</a:t>
            </a:r>
            <a:r>
              <a:rPr sz="2200" dirty="0">
                <a:latin typeface="Abadi" panose="020F0502020204030204" pitchFamily="34" charset="0"/>
                <a:cs typeface="AngsanaUPC" panose="020B0502040204020203" pitchFamily="18" charset="-34"/>
              </a:rPr>
              <a:t> resume vs job description</a:t>
            </a:r>
          </a:p>
          <a:p>
            <a:pPr>
              <a:lnSpc>
                <a:spcPct val="90000"/>
              </a:lnSpc>
            </a:pPr>
            <a:r>
              <a:rPr sz="2200" dirty="0">
                <a:latin typeface="Abadi" panose="020F0502020204030204" pitchFamily="34" charset="0"/>
                <a:cs typeface="AngsanaUPC" panose="020B0502040204020203" pitchFamily="18" charset="-34"/>
              </a:rPr>
              <a:t>Extracts skills using keyword matching</a:t>
            </a:r>
          </a:p>
          <a:p>
            <a:pPr>
              <a:lnSpc>
                <a:spcPct val="90000"/>
              </a:lnSpc>
            </a:pPr>
            <a:r>
              <a:rPr sz="2200" dirty="0">
                <a:latin typeface="Abadi" panose="020F0502020204030204" pitchFamily="34" charset="0"/>
                <a:cs typeface="AngsanaUPC" panose="020B0502040204020203" pitchFamily="18" charset="-34"/>
              </a:rPr>
              <a:t>Calculates match percentage</a:t>
            </a:r>
          </a:p>
          <a:p>
            <a:pPr>
              <a:lnSpc>
                <a:spcPct val="90000"/>
              </a:lnSpc>
            </a:pPr>
            <a:r>
              <a:rPr sz="2200" dirty="0">
                <a:latin typeface="Abadi" panose="020F0502020204030204" pitchFamily="34" charset="0"/>
                <a:cs typeface="AngsanaUPC" panose="020B0502040204020203" pitchFamily="18" charset="-34"/>
              </a:rPr>
              <a:t>Identifies missing skills</a:t>
            </a:r>
          </a:p>
          <a:p>
            <a:pPr>
              <a:lnSpc>
                <a:spcPct val="90000"/>
              </a:lnSpc>
            </a:pPr>
            <a:r>
              <a:rPr sz="2200" dirty="0">
                <a:latin typeface="Abadi" panose="020F0502020204030204" pitchFamily="34" charset="0"/>
                <a:cs typeface="AngsanaUPC" panose="020B0502040204020203" pitchFamily="18" charset="-34"/>
              </a:rPr>
              <a:t>Suggests Coursera &amp; Udemy courses</a:t>
            </a:r>
          </a:p>
          <a:p>
            <a:pPr>
              <a:lnSpc>
                <a:spcPct val="90000"/>
              </a:lnSpc>
            </a:pPr>
            <a:r>
              <a:rPr sz="2200" dirty="0">
                <a:latin typeface="Abadi" panose="020F0502020204030204" pitchFamily="34" charset="0"/>
                <a:cs typeface="AngsanaUPC" panose="020B0502040204020203" pitchFamily="18" charset="-34"/>
              </a:rPr>
              <a:t>Generates a PDF report</a:t>
            </a:r>
          </a:p>
          <a:p>
            <a:pPr>
              <a:lnSpc>
                <a:spcPct val="90000"/>
              </a:lnSpc>
            </a:pPr>
            <a:r>
              <a:rPr sz="2200" dirty="0">
                <a:latin typeface="Abadi" panose="020F0502020204030204" pitchFamily="34" charset="0"/>
                <a:cs typeface="AngsanaUPC" panose="020B0502040204020203" pitchFamily="18" charset="-34"/>
              </a:rPr>
              <a:t>Saves and displays user history</a:t>
            </a:r>
          </a:p>
          <a:p>
            <a:pPr>
              <a:lnSpc>
                <a:spcPct val="90000"/>
              </a:lnSpc>
            </a:pPr>
            <a:r>
              <a:rPr sz="2200" dirty="0">
                <a:latin typeface="Abadi" panose="020F0502020204030204" pitchFamily="34" charset="0"/>
                <a:cs typeface="AngsanaUPC" panose="020B0502040204020203" pitchFamily="18" charset="-34"/>
              </a:rPr>
              <a:t>Includes login &amp; registration system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2624479"/>
            <a:ext cx="609320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85863" y="1516981"/>
            <a:ext cx="2387600" cy="17907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0"/>
            <a:ext cx="1736438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9347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54162" y="4112081"/>
            <a:ext cx="889838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4565205" y="4145122"/>
            <a:ext cx="3062574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4962670"/>
            <a:ext cx="1982514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N" sz="3500" dirty="0">
                <a:solidFill>
                  <a:srgbClr val="FFFFF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Authentication System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1AA1943B-8A99-05AD-1429-A912E13DBE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8661141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IN" sz="3500" dirty="0">
                <a:latin typeface="Aharoni" panose="02010803020104030203" pitchFamily="2" charset="-79"/>
                <a:cs typeface="Aharoni" panose="02010803020104030203" pitchFamily="2" charset="-79"/>
              </a:rPr>
              <a:t>Skill Extraction Logic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0F7897CF-ACD3-C4F5-8BBB-9AF2B73814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9836799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6995"/>
            <a:ext cx="7886700" cy="1133693"/>
          </a:xfrm>
        </p:spPr>
        <p:txBody>
          <a:bodyPr>
            <a:normAutofit/>
          </a:bodyPr>
          <a:lstStyle/>
          <a:p>
            <a:r>
              <a:rPr lang="en-IN" sz="4500" dirty="0">
                <a:latin typeface="Aharoni" panose="02010803020104030203" pitchFamily="2" charset="-79"/>
                <a:cs typeface="Aharoni" panose="02010803020104030203" pitchFamily="2" charset="-79"/>
              </a:rPr>
              <a:t>Matching Mechanism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9C7EE1D-BAFC-6A91-D77A-4930A51F04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0414491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haroni" panose="02010803020104030203" pitchFamily="2" charset="-79"/>
                <a:cs typeface="Aharoni" panose="02010803020104030203" pitchFamily="2" charset="-79"/>
              </a:rPr>
              <a:t>Course Recommendations</a:t>
            </a: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7373D2DC-BFA4-DE3C-25A4-F000A8E5517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798" y="1463040"/>
            <a:ext cx="2847230" cy="2690949"/>
          </a:xfrm>
        </p:spPr>
        <p:txBody>
          <a:bodyPr anchor="t">
            <a:normAutofit/>
          </a:bodyPr>
          <a:lstStyle/>
          <a:p>
            <a:r>
              <a:rPr lang="en-IN" sz="4000" dirty="0">
                <a:latin typeface="Aharoni" panose="02010803020104030203" pitchFamily="2" charset="-79"/>
                <a:cs typeface="Aharoni" panose="02010803020104030203" pitchFamily="2" charset="-79"/>
              </a:rPr>
              <a:t>PDF Report </a:t>
            </a:r>
            <a:r>
              <a:rPr lang="en-IN" sz="3600" dirty="0">
                <a:latin typeface="Aharoni" panose="02010803020104030203" pitchFamily="2" charset="-79"/>
                <a:cs typeface="Aharoni" panose="02010803020104030203" pitchFamily="2" charset="-79"/>
              </a:rPr>
              <a:t>Generation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7250" y="4415246"/>
            <a:ext cx="8986749" cy="2087795"/>
            <a:chOff x="143163" y="5763486"/>
            <a:chExt cx="11982332" cy="739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0279" y="587829"/>
            <a:ext cx="4878975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2163" y="1463039"/>
            <a:ext cx="4156790" cy="4300447"/>
          </a:xfrm>
        </p:spPr>
        <p:txBody>
          <a:bodyPr anchor="t">
            <a:normAutofit/>
          </a:bodyPr>
          <a:lstStyle/>
          <a:p>
            <a:r>
              <a:rPr lang="en-US" sz="1900"/>
              <a:t>Uses ReportLab</a:t>
            </a:r>
          </a:p>
          <a:p>
            <a:r>
              <a:rPr lang="en-US" sz="1900"/>
              <a:t>Includes match %, skills, missing skills</a:t>
            </a:r>
          </a:p>
          <a:p>
            <a:r>
              <a:rPr lang="en-US" sz="1900"/>
              <a:t>Lists recommended courses with URLs</a:t>
            </a:r>
          </a:p>
          <a:p>
            <a:r>
              <a:rPr lang="en-US" sz="1900"/>
              <a:t>Automatically downloadable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haroni" panose="02010803020104030203" pitchFamily="2" charset="-79"/>
                <a:cs typeface="Aharoni" panose="02010803020104030203" pitchFamily="2" charset="-79"/>
              </a:rPr>
              <a:t>User History Tracking</a:t>
            </a:r>
          </a:p>
        </p:txBody>
      </p: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E0D695AD-0C8B-D4FD-130B-CDB25E17EE8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haroni" panose="02010803020104030203" pitchFamily="2" charset="-79"/>
                <a:cs typeface="Aharoni" panose="02010803020104030203" pitchFamily="2" charset="-79"/>
              </a:rPr>
              <a:t>Overall Workflow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B596B9A9-FE19-7603-5C6E-BB4057E5F48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254</Words>
  <Application>Microsoft Office PowerPoint</Application>
  <PresentationFormat>On-screen Show (4:3)</PresentationFormat>
  <Paragraphs>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Abadi</vt:lpstr>
      <vt:lpstr>Aharoni</vt:lpstr>
      <vt:lpstr>Arial</vt:lpstr>
      <vt:lpstr>Calibri</vt:lpstr>
      <vt:lpstr>Times New Roman</vt:lpstr>
      <vt:lpstr>Office Theme</vt:lpstr>
      <vt:lpstr>Pathfinder Resume Matcher &amp; Skill Recommender</vt:lpstr>
      <vt:lpstr>What This App Does</vt:lpstr>
      <vt:lpstr>Authentication System</vt:lpstr>
      <vt:lpstr>Skill Extraction Logic</vt:lpstr>
      <vt:lpstr>Matching Mechanism</vt:lpstr>
      <vt:lpstr>Course Recommendations</vt:lpstr>
      <vt:lpstr>PDF Report Generation</vt:lpstr>
      <vt:lpstr>User History Tracking</vt:lpstr>
      <vt:lpstr>Overall Workflow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Rithvik Goud Mushkam</dc:creator>
  <cp:keywords/>
  <dc:description>generated using python-pptx</dc:description>
  <cp:lastModifiedBy>Rithvik Goud Mushkam</cp:lastModifiedBy>
  <cp:revision>1</cp:revision>
  <dcterms:created xsi:type="dcterms:W3CDTF">2013-01-27T09:14:16Z</dcterms:created>
  <dcterms:modified xsi:type="dcterms:W3CDTF">2025-12-15T15:30:36Z</dcterms:modified>
  <cp:category/>
</cp:coreProperties>
</file>